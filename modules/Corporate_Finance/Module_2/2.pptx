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Default Extension="svg" ContentType="image/svg+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diagrams/drawing4.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sldIdLst>
    <p:sldId id="256" r:id="rId2"/>
    <p:sldId id="257" r:id="rId3"/>
    <p:sldId id="258" r:id="rId4"/>
    <p:sldId id="260" r:id="rId5"/>
    <p:sldId id="261" r:id="rId6"/>
    <p:sldId id="259" r:id="rId7"/>
    <p:sldId id="262" r:id="rId8"/>
    <p:sldId id="263" r:id="rId9"/>
    <p:sldId id="264" r:id="rId10"/>
    <p:sldId id="265" r:id="rId11"/>
    <p:sldId id="266" r:id="rId12"/>
    <p:sldId id="267" r:id="rId13"/>
    <p:sldId id="268" r:id="rId14"/>
    <p:sldId id="269" r:id="rId15"/>
    <p:sldId id="274" r:id="rId16"/>
    <p:sldId id="280" r:id="rId17"/>
    <p:sldId id="271" r:id="rId18"/>
    <p:sldId id="276" r:id="rId19"/>
    <p:sldId id="277" r:id="rId20"/>
    <p:sldId id="278" r:id="rId21"/>
    <p:sldId id="279" r:id="rId22"/>
    <p:sldId id="281" r:id="rId23"/>
    <p:sldId id="282" r:id="rId24"/>
    <p:sldId id="291" r:id="rId25"/>
    <p:sldId id="283" r:id="rId26"/>
    <p:sldId id="287" r:id="rId27"/>
    <p:sldId id="288" r:id="rId28"/>
    <p:sldId id="284" r:id="rId29"/>
    <p:sldId id="289" r:id="rId30"/>
    <p:sldId id="285" r:id="rId31"/>
    <p:sldId id="290" r:id="rId32"/>
    <p:sldId id="286" r:id="rId33"/>
    <p:sldId id="270" r:id="rId34"/>
    <p:sldId id="275"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106" d="100"/>
          <a:sy n="106" d="100"/>
        </p:scale>
        <p:origin x="-666"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8.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0.png"/></Relationships>
</file>

<file path=ppt/diagrams/_rels/data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svg"/><Relationship Id="rId1" Type="http://schemas.openxmlformats.org/officeDocument/2006/relationships/image" Target="../media/image19.png"/><Relationship Id="rId4" Type="http://schemas.openxmlformats.org/officeDocument/2006/relationships/image" Target="../media/image3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1.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1.png"/><Relationship Id="rId6" Type="http://schemas.openxmlformats.org/officeDocument/2006/relationships/image" Target="../media/image11.svg"/><Relationship Id="rId5" Type="http://schemas.openxmlformats.org/officeDocument/2006/relationships/image" Target="../media/image101.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1.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9E140F-EF0A-49BD-8D7A-DC42C1DFF51C}"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E8BA5AB8-E10F-41D5-A4C7-9A2704D9A3D4}">
      <dgm:prSet/>
      <dgm:spPr/>
      <dgm:t>
        <a:bodyPr/>
        <a:lstStyle/>
        <a:p>
          <a:r>
            <a:rPr lang="en-US" b="1" i="0" baseline="0"/>
            <a:t>The International Federation of Accountants (IFAC)</a:t>
          </a:r>
          <a:r>
            <a:rPr lang="en-US" b="0" i="0" baseline="0"/>
            <a:t>:</a:t>
          </a:r>
          <a:endParaRPr lang="en-US"/>
        </a:p>
      </dgm:t>
    </dgm:pt>
    <dgm:pt modelId="{28CD75F6-0963-44A3-83FA-31F60ADA1144}" type="parTrans" cxnId="{F347F9C2-C828-4DD1-B009-B2F4F30BA289}">
      <dgm:prSet/>
      <dgm:spPr/>
      <dgm:t>
        <a:bodyPr/>
        <a:lstStyle/>
        <a:p>
          <a:endParaRPr lang="en-US"/>
        </a:p>
      </dgm:t>
    </dgm:pt>
    <dgm:pt modelId="{8F858B4E-D799-4F2B-BF44-88FFB8ABC931}" type="sibTrans" cxnId="{F347F9C2-C828-4DD1-B009-B2F4F30BA289}">
      <dgm:prSet/>
      <dgm:spPr/>
      <dgm:t>
        <a:bodyPr/>
        <a:lstStyle/>
        <a:p>
          <a:endParaRPr lang="en-US"/>
        </a:p>
      </dgm:t>
    </dgm:pt>
    <dgm:pt modelId="{694FFA7C-5306-46B2-8051-720B4F81DB61}">
      <dgm:prSet/>
      <dgm:spPr/>
      <dgm:t>
        <a:bodyPr/>
        <a:lstStyle/>
        <a:p>
          <a:r>
            <a:rPr lang="en-US" b="0" i="0" baseline="0"/>
            <a:t>Represents major accountancy bodies worldwide.</a:t>
          </a:r>
          <a:endParaRPr lang="en-US"/>
        </a:p>
      </dgm:t>
    </dgm:pt>
    <dgm:pt modelId="{B72E69EC-8690-42A0-8A12-A67BDE79874C}" type="parTrans" cxnId="{A1EF7600-0367-4FDF-8451-48D788AF2A92}">
      <dgm:prSet/>
      <dgm:spPr/>
      <dgm:t>
        <a:bodyPr/>
        <a:lstStyle/>
        <a:p>
          <a:endParaRPr lang="en-US"/>
        </a:p>
      </dgm:t>
    </dgm:pt>
    <dgm:pt modelId="{BBB45FA1-2843-4B62-802D-DF1871938FE6}" type="sibTrans" cxnId="{A1EF7600-0367-4FDF-8451-48D788AF2A92}">
      <dgm:prSet/>
      <dgm:spPr/>
      <dgm:t>
        <a:bodyPr/>
        <a:lstStyle/>
        <a:p>
          <a:endParaRPr lang="en-US"/>
        </a:p>
      </dgm:t>
    </dgm:pt>
    <dgm:pt modelId="{8FF361F8-2D72-44B1-BCE8-103CC862AFD1}">
      <dgm:prSet/>
      <dgm:spPr/>
      <dgm:t>
        <a:bodyPr/>
        <a:lstStyle/>
        <a:p>
          <a:r>
            <a:rPr lang="en-US" b="0" i="0" baseline="0"/>
            <a:t>Protects the public interest by developing high-quality international standards.</a:t>
          </a:r>
          <a:endParaRPr lang="en-US"/>
        </a:p>
      </dgm:t>
    </dgm:pt>
    <dgm:pt modelId="{D44B0A0E-3F01-49B8-A457-AC969E3170F7}" type="parTrans" cxnId="{20185211-E0A1-44BD-9F96-487CEEB41A66}">
      <dgm:prSet/>
      <dgm:spPr/>
      <dgm:t>
        <a:bodyPr/>
        <a:lstStyle/>
        <a:p>
          <a:endParaRPr lang="en-US"/>
        </a:p>
      </dgm:t>
    </dgm:pt>
    <dgm:pt modelId="{2FD725AE-501C-4C56-9D5F-FE73B1A0BDCD}" type="sibTrans" cxnId="{20185211-E0A1-44BD-9F96-487CEEB41A66}">
      <dgm:prSet/>
      <dgm:spPr/>
      <dgm:t>
        <a:bodyPr/>
        <a:lstStyle/>
        <a:p>
          <a:endParaRPr lang="en-US"/>
        </a:p>
      </dgm:t>
    </dgm:pt>
    <dgm:pt modelId="{AD4C6FD4-CB24-4C1B-8D56-760FABB2DA7C}">
      <dgm:prSet/>
      <dgm:spPr/>
      <dgm:t>
        <a:bodyPr/>
        <a:lstStyle/>
        <a:p>
          <a:r>
            <a:rPr lang="en-US" b="0" i="0" baseline="0"/>
            <a:t>Promotes strong ethical values and encourages quality practice in the profession.</a:t>
          </a:r>
          <a:endParaRPr lang="en-US"/>
        </a:p>
      </dgm:t>
    </dgm:pt>
    <dgm:pt modelId="{03BFF7C7-52BF-48A4-9FB0-087D14E2F9E2}" type="parTrans" cxnId="{544F2037-E8E0-41AF-8802-C4F98E45E7A5}">
      <dgm:prSet/>
      <dgm:spPr/>
      <dgm:t>
        <a:bodyPr/>
        <a:lstStyle/>
        <a:p>
          <a:endParaRPr lang="en-US"/>
        </a:p>
      </dgm:t>
    </dgm:pt>
    <dgm:pt modelId="{47227A4D-22CE-46D6-8EB9-1C6103A90860}" type="sibTrans" cxnId="{544F2037-E8E0-41AF-8802-C4F98E45E7A5}">
      <dgm:prSet/>
      <dgm:spPr/>
      <dgm:t>
        <a:bodyPr/>
        <a:lstStyle/>
        <a:p>
          <a:endParaRPr lang="en-US"/>
        </a:p>
      </dgm:t>
    </dgm:pt>
    <dgm:pt modelId="{EE519979-5322-4CB6-962F-265050E0E2B4}">
      <dgm:prSet/>
      <dgm:spPr/>
      <dgm:t>
        <a:bodyPr/>
        <a:lstStyle/>
        <a:p>
          <a:r>
            <a:rPr lang="en-US" b="1" i="0" baseline="0"/>
            <a:t>IFAC’s International Ethics Standards Board for Accountants (IESBA)</a:t>
          </a:r>
          <a:r>
            <a:rPr lang="en-US" b="0" i="0" baseline="0"/>
            <a:t>:</a:t>
          </a:r>
          <a:endParaRPr lang="en-US"/>
        </a:p>
      </dgm:t>
    </dgm:pt>
    <dgm:pt modelId="{458246EA-5CE5-458A-A09F-A80EC245828D}" type="parTrans" cxnId="{214FDB25-BABE-497C-8D3F-E3BD7EB2D3CF}">
      <dgm:prSet/>
      <dgm:spPr/>
      <dgm:t>
        <a:bodyPr/>
        <a:lstStyle/>
        <a:p>
          <a:endParaRPr lang="en-US"/>
        </a:p>
      </dgm:t>
    </dgm:pt>
    <dgm:pt modelId="{FD5DF62F-079A-4FB9-BBFC-07C8F4A0F754}" type="sibTrans" cxnId="{214FDB25-BABE-497C-8D3F-E3BD7EB2D3CF}">
      <dgm:prSet/>
      <dgm:spPr/>
      <dgm:t>
        <a:bodyPr/>
        <a:lstStyle/>
        <a:p>
          <a:endParaRPr lang="en-US"/>
        </a:p>
      </dgm:t>
    </dgm:pt>
    <dgm:pt modelId="{6C47F621-F95E-4147-B0FA-5B722535B572}">
      <dgm:prSet/>
      <dgm:spPr/>
      <dgm:t>
        <a:bodyPr/>
        <a:lstStyle/>
        <a:p>
          <a:r>
            <a:rPr lang="en-US" b="0" i="0" baseline="0"/>
            <a:t>An independent body that sets global ethical standards for professional accountants.</a:t>
          </a:r>
          <a:endParaRPr lang="en-US"/>
        </a:p>
      </dgm:t>
    </dgm:pt>
    <dgm:pt modelId="{BCEA61A2-6C84-4291-821F-DE53464655D1}" type="parTrans" cxnId="{B52BF2F8-89F5-45D1-8F3E-6EBCEC1D74B5}">
      <dgm:prSet/>
      <dgm:spPr/>
      <dgm:t>
        <a:bodyPr/>
        <a:lstStyle/>
        <a:p>
          <a:endParaRPr lang="en-US"/>
        </a:p>
      </dgm:t>
    </dgm:pt>
    <dgm:pt modelId="{63CD6588-413A-4A94-BEF0-13B2CAD58FC4}" type="sibTrans" cxnId="{B52BF2F8-89F5-45D1-8F3E-6EBCEC1D74B5}">
      <dgm:prSet/>
      <dgm:spPr/>
      <dgm:t>
        <a:bodyPr/>
        <a:lstStyle/>
        <a:p>
          <a:endParaRPr lang="en-US"/>
        </a:p>
      </dgm:t>
    </dgm:pt>
    <dgm:pt modelId="{DBDD3A2A-6189-4966-A8C7-77F523769F0B}">
      <dgm:prSet/>
      <dgm:spPr/>
      <dgm:t>
        <a:bodyPr/>
        <a:lstStyle/>
        <a:p>
          <a:r>
            <a:rPr lang="en-US" b="0" i="0" baseline="0"/>
            <a:t>Develops and issues the </a:t>
          </a:r>
          <a:r>
            <a:rPr lang="en-US" b="1" i="0" baseline="0"/>
            <a:t>Code of Ethics for Professional Accountants</a:t>
          </a:r>
          <a:r>
            <a:rPr lang="en-US" b="0" i="0" baseline="0"/>
            <a:t>.</a:t>
          </a:r>
          <a:endParaRPr lang="en-US"/>
        </a:p>
      </dgm:t>
    </dgm:pt>
    <dgm:pt modelId="{894BF5AA-84F6-49BA-A015-829B8909ADCB}" type="parTrans" cxnId="{A222E421-C740-4425-AD3A-6B08292CD319}">
      <dgm:prSet/>
      <dgm:spPr/>
      <dgm:t>
        <a:bodyPr/>
        <a:lstStyle/>
        <a:p>
          <a:endParaRPr lang="en-US"/>
        </a:p>
      </dgm:t>
    </dgm:pt>
    <dgm:pt modelId="{65A424C4-95C2-42C1-9BED-934C86848921}" type="sibTrans" cxnId="{A222E421-C740-4425-AD3A-6B08292CD319}">
      <dgm:prSet/>
      <dgm:spPr/>
      <dgm:t>
        <a:bodyPr/>
        <a:lstStyle/>
        <a:p>
          <a:endParaRPr lang="en-US"/>
        </a:p>
      </dgm:t>
    </dgm:pt>
    <dgm:pt modelId="{DAB2E03F-6B6E-4E80-8794-AE0A5A5EC41C}">
      <dgm:prSet/>
      <dgm:spPr/>
      <dgm:t>
        <a:bodyPr/>
        <a:lstStyle/>
        <a:p>
          <a:r>
            <a:rPr lang="en-US" b="0" i="0" baseline="0"/>
            <a:t>Supports adoption and implementation of ethical practices and fosters global discussions on ethical issues.</a:t>
          </a:r>
          <a:endParaRPr lang="en-US"/>
        </a:p>
      </dgm:t>
    </dgm:pt>
    <dgm:pt modelId="{664D5999-CD05-44B7-B1C3-9FA04BC995BF}" type="parTrans" cxnId="{1FBADE7E-6AFF-41F4-9AE9-F48A66832486}">
      <dgm:prSet/>
      <dgm:spPr/>
      <dgm:t>
        <a:bodyPr/>
        <a:lstStyle/>
        <a:p>
          <a:endParaRPr lang="en-US"/>
        </a:p>
      </dgm:t>
    </dgm:pt>
    <dgm:pt modelId="{3094AA55-A8BA-484D-BB0E-4718F55B016D}" type="sibTrans" cxnId="{1FBADE7E-6AFF-41F4-9AE9-F48A66832486}">
      <dgm:prSet/>
      <dgm:spPr/>
      <dgm:t>
        <a:bodyPr/>
        <a:lstStyle/>
        <a:p>
          <a:endParaRPr lang="en-US"/>
        </a:p>
      </dgm:t>
    </dgm:pt>
    <dgm:pt modelId="{D3BA7A87-76DB-4776-8DBC-4443483C5EA8}" type="pres">
      <dgm:prSet presAssocID="{AE9E140F-EF0A-49BD-8D7A-DC42C1DFF51C}" presName="Name0" presStyleCnt="0">
        <dgm:presLayoutVars>
          <dgm:dir/>
          <dgm:animLvl val="lvl"/>
          <dgm:resizeHandles val="exact"/>
        </dgm:presLayoutVars>
      </dgm:prSet>
      <dgm:spPr/>
      <dgm:t>
        <a:bodyPr/>
        <a:lstStyle/>
        <a:p>
          <a:endParaRPr lang="en-US"/>
        </a:p>
      </dgm:t>
    </dgm:pt>
    <dgm:pt modelId="{C2EF95E9-3B82-49E2-91AA-26726C5BBB1D}" type="pres">
      <dgm:prSet presAssocID="{E8BA5AB8-E10F-41D5-A4C7-9A2704D9A3D4}" presName="composite" presStyleCnt="0"/>
      <dgm:spPr/>
    </dgm:pt>
    <dgm:pt modelId="{5B9865E2-16C4-4598-9682-A956478C87C5}" type="pres">
      <dgm:prSet presAssocID="{E8BA5AB8-E10F-41D5-A4C7-9A2704D9A3D4}" presName="parTx" presStyleLbl="alignNode1" presStyleIdx="0" presStyleCnt="2">
        <dgm:presLayoutVars>
          <dgm:chMax val="0"/>
          <dgm:chPref val="0"/>
          <dgm:bulletEnabled val="1"/>
        </dgm:presLayoutVars>
      </dgm:prSet>
      <dgm:spPr/>
      <dgm:t>
        <a:bodyPr/>
        <a:lstStyle/>
        <a:p>
          <a:endParaRPr lang="en-US"/>
        </a:p>
      </dgm:t>
    </dgm:pt>
    <dgm:pt modelId="{446863CC-EFE5-4E0B-991C-378947EA3A72}" type="pres">
      <dgm:prSet presAssocID="{E8BA5AB8-E10F-41D5-A4C7-9A2704D9A3D4}" presName="desTx" presStyleLbl="alignAccFollowNode1" presStyleIdx="0" presStyleCnt="2">
        <dgm:presLayoutVars>
          <dgm:bulletEnabled val="1"/>
        </dgm:presLayoutVars>
      </dgm:prSet>
      <dgm:spPr/>
      <dgm:t>
        <a:bodyPr/>
        <a:lstStyle/>
        <a:p>
          <a:endParaRPr lang="en-US"/>
        </a:p>
      </dgm:t>
    </dgm:pt>
    <dgm:pt modelId="{B6C904E3-EBF7-4F07-AE3C-825E84B168F3}" type="pres">
      <dgm:prSet presAssocID="{8F858B4E-D799-4F2B-BF44-88FFB8ABC931}" presName="space" presStyleCnt="0"/>
      <dgm:spPr/>
    </dgm:pt>
    <dgm:pt modelId="{B0752188-EE94-4682-9DCD-B6DE7AE976DF}" type="pres">
      <dgm:prSet presAssocID="{EE519979-5322-4CB6-962F-265050E0E2B4}" presName="composite" presStyleCnt="0"/>
      <dgm:spPr/>
    </dgm:pt>
    <dgm:pt modelId="{E0567E36-8F72-471B-B447-AEF231CE6A75}" type="pres">
      <dgm:prSet presAssocID="{EE519979-5322-4CB6-962F-265050E0E2B4}" presName="parTx" presStyleLbl="alignNode1" presStyleIdx="1" presStyleCnt="2">
        <dgm:presLayoutVars>
          <dgm:chMax val="0"/>
          <dgm:chPref val="0"/>
          <dgm:bulletEnabled val="1"/>
        </dgm:presLayoutVars>
      </dgm:prSet>
      <dgm:spPr/>
      <dgm:t>
        <a:bodyPr/>
        <a:lstStyle/>
        <a:p>
          <a:endParaRPr lang="en-US"/>
        </a:p>
      </dgm:t>
    </dgm:pt>
    <dgm:pt modelId="{4024B05B-CEB4-48FE-9719-14DC5645A965}" type="pres">
      <dgm:prSet presAssocID="{EE519979-5322-4CB6-962F-265050E0E2B4}" presName="desTx" presStyleLbl="alignAccFollowNode1" presStyleIdx="1" presStyleCnt="2">
        <dgm:presLayoutVars>
          <dgm:bulletEnabled val="1"/>
        </dgm:presLayoutVars>
      </dgm:prSet>
      <dgm:spPr/>
      <dgm:t>
        <a:bodyPr/>
        <a:lstStyle/>
        <a:p>
          <a:endParaRPr lang="en-US"/>
        </a:p>
      </dgm:t>
    </dgm:pt>
  </dgm:ptLst>
  <dgm:cxnLst>
    <dgm:cxn modelId="{544F2037-E8E0-41AF-8802-C4F98E45E7A5}" srcId="{E8BA5AB8-E10F-41D5-A4C7-9A2704D9A3D4}" destId="{AD4C6FD4-CB24-4C1B-8D56-760FABB2DA7C}" srcOrd="2" destOrd="0" parTransId="{03BFF7C7-52BF-48A4-9FB0-087D14E2F9E2}" sibTransId="{47227A4D-22CE-46D6-8EB9-1C6103A90860}"/>
    <dgm:cxn modelId="{AA704E68-D5FD-456C-9E09-F3F92B78DE43}" type="presOf" srcId="{6C47F621-F95E-4147-B0FA-5B722535B572}" destId="{4024B05B-CEB4-48FE-9719-14DC5645A965}" srcOrd="0" destOrd="0" presId="urn:microsoft.com/office/officeart/2005/8/layout/hList1"/>
    <dgm:cxn modelId="{746F990F-84F0-4D92-A094-1AABBC8009FE}" type="presOf" srcId="{AD4C6FD4-CB24-4C1B-8D56-760FABB2DA7C}" destId="{446863CC-EFE5-4E0B-991C-378947EA3A72}" srcOrd="0" destOrd="2" presId="urn:microsoft.com/office/officeart/2005/8/layout/hList1"/>
    <dgm:cxn modelId="{6DB8FE48-647B-452A-AA82-042EAD9D8577}" type="presOf" srcId="{DAB2E03F-6B6E-4E80-8794-AE0A5A5EC41C}" destId="{4024B05B-CEB4-48FE-9719-14DC5645A965}" srcOrd="0" destOrd="2" presId="urn:microsoft.com/office/officeart/2005/8/layout/hList1"/>
    <dgm:cxn modelId="{AB00AF26-B659-4B3C-9160-073A9F28B8BA}" type="presOf" srcId="{DBDD3A2A-6189-4966-A8C7-77F523769F0B}" destId="{4024B05B-CEB4-48FE-9719-14DC5645A965}" srcOrd="0" destOrd="1" presId="urn:microsoft.com/office/officeart/2005/8/layout/hList1"/>
    <dgm:cxn modelId="{4615234E-0A00-4A9E-B161-4C16E3C8AE81}" type="presOf" srcId="{8FF361F8-2D72-44B1-BCE8-103CC862AFD1}" destId="{446863CC-EFE5-4E0B-991C-378947EA3A72}" srcOrd="0" destOrd="1" presId="urn:microsoft.com/office/officeart/2005/8/layout/hList1"/>
    <dgm:cxn modelId="{20185211-E0A1-44BD-9F96-487CEEB41A66}" srcId="{E8BA5AB8-E10F-41D5-A4C7-9A2704D9A3D4}" destId="{8FF361F8-2D72-44B1-BCE8-103CC862AFD1}" srcOrd="1" destOrd="0" parTransId="{D44B0A0E-3F01-49B8-A457-AC969E3170F7}" sibTransId="{2FD725AE-501C-4C56-9D5F-FE73B1A0BDCD}"/>
    <dgm:cxn modelId="{16E34ABA-E51B-43D3-80D1-E39786CE6D0C}" type="presOf" srcId="{EE519979-5322-4CB6-962F-265050E0E2B4}" destId="{E0567E36-8F72-471B-B447-AEF231CE6A75}" srcOrd="0" destOrd="0" presId="urn:microsoft.com/office/officeart/2005/8/layout/hList1"/>
    <dgm:cxn modelId="{1FBADE7E-6AFF-41F4-9AE9-F48A66832486}" srcId="{EE519979-5322-4CB6-962F-265050E0E2B4}" destId="{DAB2E03F-6B6E-4E80-8794-AE0A5A5EC41C}" srcOrd="2" destOrd="0" parTransId="{664D5999-CD05-44B7-B1C3-9FA04BC995BF}" sibTransId="{3094AA55-A8BA-484D-BB0E-4718F55B016D}"/>
    <dgm:cxn modelId="{A222E421-C740-4425-AD3A-6B08292CD319}" srcId="{EE519979-5322-4CB6-962F-265050E0E2B4}" destId="{DBDD3A2A-6189-4966-A8C7-77F523769F0B}" srcOrd="1" destOrd="0" parTransId="{894BF5AA-84F6-49BA-A015-829B8909ADCB}" sibTransId="{65A424C4-95C2-42C1-9BED-934C86848921}"/>
    <dgm:cxn modelId="{B52BF2F8-89F5-45D1-8F3E-6EBCEC1D74B5}" srcId="{EE519979-5322-4CB6-962F-265050E0E2B4}" destId="{6C47F621-F95E-4147-B0FA-5B722535B572}" srcOrd="0" destOrd="0" parTransId="{BCEA61A2-6C84-4291-821F-DE53464655D1}" sibTransId="{63CD6588-413A-4A94-BEF0-13B2CAD58FC4}"/>
    <dgm:cxn modelId="{E0AB1251-C1B2-43CC-9706-3289B397D0A4}" type="presOf" srcId="{E8BA5AB8-E10F-41D5-A4C7-9A2704D9A3D4}" destId="{5B9865E2-16C4-4598-9682-A956478C87C5}" srcOrd="0" destOrd="0" presId="urn:microsoft.com/office/officeart/2005/8/layout/hList1"/>
    <dgm:cxn modelId="{214FDB25-BABE-497C-8D3F-E3BD7EB2D3CF}" srcId="{AE9E140F-EF0A-49BD-8D7A-DC42C1DFF51C}" destId="{EE519979-5322-4CB6-962F-265050E0E2B4}" srcOrd="1" destOrd="0" parTransId="{458246EA-5CE5-458A-A09F-A80EC245828D}" sibTransId="{FD5DF62F-079A-4FB9-BBFC-07C8F4A0F754}"/>
    <dgm:cxn modelId="{6B1DA3DD-62DE-4EE1-A6AE-2AD20B086F0E}" type="presOf" srcId="{694FFA7C-5306-46B2-8051-720B4F81DB61}" destId="{446863CC-EFE5-4E0B-991C-378947EA3A72}" srcOrd="0" destOrd="0" presId="urn:microsoft.com/office/officeart/2005/8/layout/hList1"/>
    <dgm:cxn modelId="{22D246F5-D8A7-4E0A-B5F6-2C8255B695C9}" type="presOf" srcId="{AE9E140F-EF0A-49BD-8D7A-DC42C1DFF51C}" destId="{D3BA7A87-76DB-4776-8DBC-4443483C5EA8}" srcOrd="0" destOrd="0" presId="urn:microsoft.com/office/officeart/2005/8/layout/hList1"/>
    <dgm:cxn modelId="{A1EF7600-0367-4FDF-8451-48D788AF2A92}" srcId="{E8BA5AB8-E10F-41D5-A4C7-9A2704D9A3D4}" destId="{694FFA7C-5306-46B2-8051-720B4F81DB61}" srcOrd="0" destOrd="0" parTransId="{B72E69EC-8690-42A0-8A12-A67BDE79874C}" sibTransId="{BBB45FA1-2843-4B62-802D-DF1871938FE6}"/>
    <dgm:cxn modelId="{F347F9C2-C828-4DD1-B009-B2F4F30BA289}" srcId="{AE9E140F-EF0A-49BD-8D7A-DC42C1DFF51C}" destId="{E8BA5AB8-E10F-41D5-A4C7-9A2704D9A3D4}" srcOrd="0" destOrd="0" parTransId="{28CD75F6-0963-44A3-83FA-31F60ADA1144}" sibTransId="{8F858B4E-D799-4F2B-BF44-88FFB8ABC931}"/>
    <dgm:cxn modelId="{335F4D77-4B46-4928-AF9F-9CC07D864E8E}" type="presParOf" srcId="{D3BA7A87-76DB-4776-8DBC-4443483C5EA8}" destId="{C2EF95E9-3B82-49E2-91AA-26726C5BBB1D}" srcOrd="0" destOrd="0" presId="urn:microsoft.com/office/officeart/2005/8/layout/hList1"/>
    <dgm:cxn modelId="{D7E025F5-4FEC-4350-910D-1B100EE5F9C2}" type="presParOf" srcId="{C2EF95E9-3B82-49E2-91AA-26726C5BBB1D}" destId="{5B9865E2-16C4-4598-9682-A956478C87C5}" srcOrd="0" destOrd="0" presId="urn:microsoft.com/office/officeart/2005/8/layout/hList1"/>
    <dgm:cxn modelId="{DAB26F67-8BB0-4B8C-A531-1E0E327A86B7}" type="presParOf" srcId="{C2EF95E9-3B82-49E2-91AA-26726C5BBB1D}" destId="{446863CC-EFE5-4E0B-991C-378947EA3A72}" srcOrd="1" destOrd="0" presId="urn:microsoft.com/office/officeart/2005/8/layout/hList1"/>
    <dgm:cxn modelId="{E1E3698F-A734-404F-A824-11811F70A477}" type="presParOf" srcId="{D3BA7A87-76DB-4776-8DBC-4443483C5EA8}" destId="{B6C904E3-EBF7-4F07-AE3C-825E84B168F3}" srcOrd="1" destOrd="0" presId="urn:microsoft.com/office/officeart/2005/8/layout/hList1"/>
    <dgm:cxn modelId="{A8433644-3CC7-4CC7-84ED-D90D9F50470A}" type="presParOf" srcId="{D3BA7A87-76DB-4776-8DBC-4443483C5EA8}" destId="{B0752188-EE94-4682-9DCD-B6DE7AE976DF}" srcOrd="2" destOrd="0" presId="urn:microsoft.com/office/officeart/2005/8/layout/hList1"/>
    <dgm:cxn modelId="{7F0DA8E0-3C84-423C-B365-6E905D352461}" type="presParOf" srcId="{B0752188-EE94-4682-9DCD-B6DE7AE976DF}" destId="{E0567E36-8F72-471B-B447-AEF231CE6A75}" srcOrd="0" destOrd="0" presId="urn:microsoft.com/office/officeart/2005/8/layout/hList1"/>
    <dgm:cxn modelId="{4821C765-F330-421D-8537-528C28013D2C}" type="presParOf" srcId="{B0752188-EE94-4682-9DCD-B6DE7AE976DF}" destId="{4024B05B-CEB4-48FE-9719-14DC5645A965}"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408AB4-5C6C-4C99-A7D0-780451B97FEE}"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CF67B2F7-2E0E-4477-931E-51CA077B6384}">
      <dgm:prSet/>
      <dgm:spPr/>
      <dgm:t>
        <a:bodyPr/>
        <a:lstStyle/>
        <a:p>
          <a:r>
            <a:rPr lang="en-US" b="1" i="0" baseline="0"/>
            <a:t>The Financial Reporting Council (FRC)</a:t>
          </a:r>
          <a:r>
            <a:rPr lang="en-US" b="0" i="0" baseline="0"/>
            <a:t>:</a:t>
          </a:r>
          <a:endParaRPr lang="en-US"/>
        </a:p>
      </dgm:t>
    </dgm:pt>
    <dgm:pt modelId="{D03DCAED-9B08-412B-BD10-2ED5CF4F5A03}" type="parTrans" cxnId="{70556BD3-5BEB-47CB-95E3-A28280E62009}">
      <dgm:prSet/>
      <dgm:spPr/>
      <dgm:t>
        <a:bodyPr/>
        <a:lstStyle/>
        <a:p>
          <a:endParaRPr lang="en-US"/>
        </a:p>
      </dgm:t>
    </dgm:pt>
    <dgm:pt modelId="{33AEF939-50F7-46C2-A171-AD2A0A4BA0E6}" type="sibTrans" cxnId="{70556BD3-5BEB-47CB-95E3-A28280E62009}">
      <dgm:prSet/>
      <dgm:spPr/>
      <dgm:t>
        <a:bodyPr/>
        <a:lstStyle/>
        <a:p>
          <a:endParaRPr lang="en-US"/>
        </a:p>
      </dgm:t>
    </dgm:pt>
    <dgm:pt modelId="{013AD30C-1D56-4DDD-8E69-4A7C3EA82A10}">
      <dgm:prSet/>
      <dgm:spPr/>
      <dgm:t>
        <a:bodyPr/>
        <a:lstStyle/>
        <a:p>
          <a:r>
            <a:rPr lang="en-US" b="0" i="0" baseline="0"/>
            <a:t>The UK’s independent regulator promoting high-quality corporate governance and reporting.</a:t>
          </a:r>
          <a:endParaRPr lang="en-US"/>
        </a:p>
      </dgm:t>
    </dgm:pt>
    <dgm:pt modelId="{E99A03AD-19C3-4C97-9B8A-299E3D3B4529}" type="parTrans" cxnId="{8C1D9109-D1EC-4BED-88EF-18ABB5F4277A}">
      <dgm:prSet/>
      <dgm:spPr/>
      <dgm:t>
        <a:bodyPr/>
        <a:lstStyle/>
        <a:p>
          <a:endParaRPr lang="en-US"/>
        </a:p>
      </dgm:t>
    </dgm:pt>
    <dgm:pt modelId="{CB693261-2595-4C87-AA73-043271ACD7A3}" type="sibTrans" cxnId="{8C1D9109-D1EC-4BED-88EF-18ABB5F4277A}">
      <dgm:prSet/>
      <dgm:spPr/>
      <dgm:t>
        <a:bodyPr/>
        <a:lstStyle/>
        <a:p>
          <a:endParaRPr lang="en-US"/>
        </a:p>
      </dgm:t>
    </dgm:pt>
    <dgm:pt modelId="{559D5C86-B460-4C8F-A40D-2C8F309CAC91}">
      <dgm:prSet/>
      <dgm:spPr/>
      <dgm:t>
        <a:bodyPr/>
        <a:lstStyle/>
        <a:p>
          <a:r>
            <a:rPr lang="en-US" b="0" i="0" baseline="0"/>
            <a:t>Issues UK versions of </a:t>
          </a:r>
          <a:r>
            <a:rPr lang="en-US" b="1" i="0" baseline="0"/>
            <a:t>International Standards on Auditing</a:t>
          </a:r>
          <a:r>
            <a:rPr lang="en-US" b="0" i="0" baseline="0"/>
            <a:t> and </a:t>
          </a:r>
          <a:r>
            <a:rPr lang="en-US" b="1" i="0" baseline="0"/>
            <a:t>International Financial Reporting Standards</a:t>
          </a:r>
          <a:r>
            <a:rPr lang="en-US" b="0" i="0" baseline="0"/>
            <a:t> (IFRS).</a:t>
          </a:r>
          <a:endParaRPr lang="en-US"/>
        </a:p>
      </dgm:t>
    </dgm:pt>
    <dgm:pt modelId="{62DF3CDC-AD71-4382-9A81-AFB3D5B40AE9}" type="parTrans" cxnId="{26A3AA7F-4682-4412-8FEF-21B3D869143E}">
      <dgm:prSet/>
      <dgm:spPr/>
      <dgm:t>
        <a:bodyPr/>
        <a:lstStyle/>
        <a:p>
          <a:endParaRPr lang="en-US"/>
        </a:p>
      </dgm:t>
    </dgm:pt>
    <dgm:pt modelId="{C91F9497-AF79-4896-B8CA-86C60F248344}" type="sibTrans" cxnId="{26A3AA7F-4682-4412-8FEF-21B3D869143E}">
      <dgm:prSet/>
      <dgm:spPr/>
      <dgm:t>
        <a:bodyPr/>
        <a:lstStyle/>
        <a:p>
          <a:endParaRPr lang="en-US"/>
        </a:p>
      </dgm:t>
    </dgm:pt>
    <dgm:pt modelId="{FED6D387-C528-4941-9BA1-EB90058EBDC5}">
      <dgm:prSet/>
      <dgm:spPr/>
      <dgm:t>
        <a:bodyPr/>
        <a:lstStyle/>
        <a:p>
          <a:r>
            <a:rPr lang="en-US" b="0" i="0" baseline="0"/>
            <a:t>Works with the </a:t>
          </a:r>
          <a:r>
            <a:rPr lang="en-US" b="1" i="0" baseline="0"/>
            <a:t>Audit &amp; Assurance Council</a:t>
          </a:r>
          <a:r>
            <a:rPr lang="en-US" b="0" i="0" baseline="0"/>
            <a:t> and </a:t>
          </a:r>
          <a:r>
            <a:rPr lang="en-US" b="1" i="0" baseline="0"/>
            <a:t>Accounting Council</a:t>
          </a:r>
          <a:r>
            <a:rPr lang="en-US" b="0" i="0" baseline="0"/>
            <a:t> to ensure relevant standards.</a:t>
          </a:r>
          <a:endParaRPr lang="en-US"/>
        </a:p>
      </dgm:t>
    </dgm:pt>
    <dgm:pt modelId="{E0D880A8-0EBD-4A9F-B77F-BE0163311DF3}" type="parTrans" cxnId="{13D04316-E35B-487F-BDA6-E1551C3F205C}">
      <dgm:prSet/>
      <dgm:spPr/>
      <dgm:t>
        <a:bodyPr/>
        <a:lstStyle/>
        <a:p>
          <a:endParaRPr lang="en-US"/>
        </a:p>
      </dgm:t>
    </dgm:pt>
    <dgm:pt modelId="{F0F4E1D7-792F-4F62-8A6E-3261D2F158E8}" type="sibTrans" cxnId="{13D04316-E35B-487F-BDA6-E1551C3F205C}">
      <dgm:prSet/>
      <dgm:spPr/>
      <dgm:t>
        <a:bodyPr/>
        <a:lstStyle/>
        <a:p>
          <a:endParaRPr lang="en-US"/>
        </a:p>
      </dgm:t>
    </dgm:pt>
    <dgm:pt modelId="{9C09E04E-D647-477F-AD47-F3F0A6ED6E29}">
      <dgm:prSet/>
      <dgm:spPr/>
      <dgm:t>
        <a:bodyPr/>
        <a:lstStyle/>
        <a:p>
          <a:r>
            <a:rPr lang="en-US" b="1" i="0" baseline="0"/>
            <a:t>The FRC’s Conduct Committee</a:t>
          </a:r>
          <a:r>
            <a:rPr lang="en-US" b="0" i="0" baseline="0"/>
            <a:t>:</a:t>
          </a:r>
          <a:endParaRPr lang="en-US"/>
        </a:p>
      </dgm:t>
    </dgm:pt>
    <dgm:pt modelId="{D74CE9CF-CCA1-4574-BC3E-64A29F219947}" type="parTrans" cxnId="{074135ED-88FE-4976-99B3-FCB9D8E4B4A8}">
      <dgm:prSet/>
      <dgm:spPr/>
      <dgm:t>
        <a:bodyPr/>
        <a:lstStyle/>
        <a:p>
          <a:endParaRPr lang="en-US"/>
        </a:p>
      </dgm:t>
    </dgm:pt>
    <dgm:pt modelId="{5D3F8349-16A4-4FF9-93E1-E374A7FDBE1D}" type="sibTrans" cxnId="{074135ED-88FE-4976-99B3-FCB9D8E4B4A8}">
      <dgm:prSet/>
      <dgm:spPr/>
      <dgm:t>
        <a:bodyPr/>
        <a:lstStyle/>
        <a:p>
          <a:endParaRPr lang="en-US"/>
        </a:p>
      </dgm:t>
    </dgm:pt>
    <dgm:pt modelId="{D6E854F9-A65E-4AB8-AABD-04BFA369074A}">
      <dgm:prSet/>
      <dgm:spPr/>
      <dgm:t>
        <a:bodyPr/>
        <a:lstStyle/>
        <a:p>
          <a:r>
            <a:rPr lang="en-US" b="0" i="0" baseline="0"/>
            <a:t>Provides independent oversight of professional disciplinary issues.</a:t>
          </a:r>
          <a:endParaRPr lang="en-US"/>
        </a:p>
      </dgm:t>
    </dgm:pt>
    <dgm:pt modelId="{841AF2FB-0AFF-4ED3-AB23-D8B63D59C030}" type="parTrans" cxnId="{FD126665-1454-4AEF-AEFF-47C593B87512}">
      <dgm:prSet/>
      <dgm:spPr/>
      <dgm:t>
        <a:bodyPr/>
        <a:lstStyle/>
        <a:p>
          <a:endParaRPr lang="en-US"/>
        </a:p>
      </dgm:t>
    </dgm:pt>
    <dgm:pt modelId="{D954369E-81DE-479E-9F15-A3D0EF4C658F}" type="sibTrans" cxnId="{FD126665-1454-4AEF-AEFF-47C593B87512}">
      <dgm:prSet/>
      <dgm:spPr/>
      <dgm:t>
        <a:bodyPr/>
        <a:lstStyle/>
        <a:p>
          <a:endParaRPr lang="en-US"/>
        </a:p>
      </dgm:t>
    </dgm:pt>
    <dgm:pt modelId="{ECE354DC-447B-4851-B4C9-6CB60A3AC98A}">
      <dgm:prSet/>
      <dgm:spPr/>
      <dgm:t>
        <a:bodyPr/>
        <a:lstStyle/>
        <a:p>
          <a:r>
            <a:rPr lang="en-US" b="0" i="0" baseline="0"/>
            <a:t>Oversees the regulation of accountants and actuaries in the UK and the Republic of Ireland</a:t>
          </a:r>
          <a:endParaRPr lang="en-US"/>
        </a:p>
      </dgm:t>
    </dgm:pt>
    <dgm:pt modelId="{3D8125FD-1F7A-4E7C-ADE6-FEB05A04ADB9}" type="parTrans" cxnId="{E53FE971-BCA8-426D-92D0-2DB808B520A5}">
      <dgm:prSet/>
      <dgm:spPr/>
      <dgm:t>
        <a:bodyPr/>
        <a:lstStyle/>
        <a:p>
          <a:endParaRPr lang="en-US"/>
        </a:p>
      </dgm:t>
    </dgm:pt>
    <dgm:pt modelId="{EC65716E-8515-4CA1-BD30-83FD50BFF308}" type="sibTrans" cxnId="{E53FE971-BCA8-426D-92D0-2DB808B520A5}">
      <dgm:prSet/>
      <dgm:spPr/>
      <dgm:t>
        <a:bodyPr/>
        <a:lstStyle/>
        <a:p>
          <a:endParaRPr lang="en-US"/>
        </a:p>
      </dgm:t>
    </dgm:pt>
    <dgm:pt modelId="{F1B30769-F44E-4A51-B45D-3A085C18F057}" type="pres">
      <dgm:prSet presAssocID="{F9408AB4-5C6C-4C99-A7D0-780451B97FEE}" presName="Name0" presStyleCnt="0">
        <dgm:presLayoutVars>
          <dgm:dir/>
          <dgm:animLvl val="lvl"/>
          <dgm:resizeHandles val="exact"/>
        </dgm:presLayoutVars>
      </dgm:prSet>
      <dgm:spPr/>
      <dgm:t>
        <a:bodyPr/>
        <a:lstStyle/>
        <a:p>
          <a:endParaRPr lang="en-US"/>
        </a:p>
      </dgm:t>
    </dgm:pt>
    <dgm:pt modelId="{8D90A73F-5FED-41C4-8CC5-1C90D7B94C5F}" type="pres">
      <dgm:prSet presAssocID="{CF67B2F7-2E0E-4477-931E-51CA077B6384}" presName="composite" presStyleCnt="0"/>
      <dgm:spPr/>
    </dgm:pt>
    <dgm:pt modelId="{01AF37B9-2224-4451-8A83-8FF1785024A8}" type="pres">
      <dgm:prSet presAssocID="{CF67B2F7-2E0E-4477-931E-51CA077B6384}" presName="parTx" presStyleLbl="alignNode1" presStyleIdx="0" presStyleCnt="2">
        <dgm:presLayoutVars>
          <dgm:chMax val="0"/>
          <dgm:chPref val="0"/>
          <dgm:bulletEnabled val="1"/>
        </dgm:presLayoutVars>
      </dgm:prSet>
      <dgm:spPr/>
      <dgm:t>
        <a:bodyPr/>
        <a:lstStyle/>
        <a:p>
          <a:endParaRPr lang="en-US"/>
        </a:p>
      </dgm:t>
    </dgm:pt>
    <dgm:pt modelId="{0BC1394B-D557-446F-A5CC-98AD6458514B}" type="pres">
      <dgm:prSet presAssocID="{CF67B2F7-2E0E-4477-931E-51CA077B6384}" presName="desTx" presStyleLbl="alignAccFollowNode1" presStyleIdx="0" presStyleCnt="2">
        <dgm:presLayoutVars>
          <dgm:bulletEnabled val="1"/>
        </dgm:presLayoutVars>
      </dgm:prSet>
      <dgm:spPr/>
      <dgm:t>
        <a:bodyPr/>
        <a:lstStyle/>
        <a:p>
          <a:endParaRPr lang="en-US"/>
        </a:p>
      </dgm:t>
    </dgm:pt>
    <dgm:pt modelId="{1D9956C6-92FE-4B1B-96B8-E712D13AE5E8}" type="pres">
      <dgm:prSet presAssocID="{33AEF939-50F7-46C2-A171-AD2A0A4BA0E6}" presName="space" presStyleCnt="0"/>
      <dgm:spPr/>
    </dgm:pt>
    <dgm:pt modelId="{0C4CC33C-067A-41C4-866E-CC27571BDE3D}" type="pres">
      <dgm:prSet presAssocID="{9C09E04E-D647-477F-AD47-F3F0A6ED6E29}" presName="composite" presStyleCnt="0"/>
      <dgm:spPr/>
    </dgm:pt>
    <dgm:pt modelId="{22251BF9-A7AA-4B3B-B20F-75F33C14AE2C}" type="pres">
      <dgm:prSet presAssocID="{9C09E04E-D647-477F-AD47-F3F0A6ED6E29}" presName="parTx" presStyleLbl="alignNode1" presStyleIdx="1" presStyleCnt="2">
        <dgm:presLayoutVars>
          <dgm:chMax val="0"/>
          <dgm:chPref val="0"/>
          <dgm:bulletEnabled val="1"/>
        </dgm:presLayoutVars>
      </dgm:prSet>
      <dgm:spPr/>
      <dgm:t>
        <a:bodyPr/>
        <a:lstStyle/>
        <a:p>
          <a:endParaRPr lang="en-US"/>
        </a:p>
      </dgm:t>
    </dgm:pt>
    <dgm:pt modelId="{1FDBF13A-2C40-4A38-8649-93C0FECC90EA}" type="pres">
      <dgm:prSet presAssocID="{9C09E04E-D647-477F-AD47-F3F0A6ED6E29}" presName="desTx" presStyleLbl="alignAccFollowNode1" presStyleIdx="1" presStyleCnt="2">
        <dgm:presLayoutVars>
          <dgm:bulletEnabled val="1"/>
        </dgm:presLayoutVars>
      </dgm:prSet>
      <dgm:spPr/>
      <dgm:t>
        <a:bodyPr/>
        <a:lstStyle/>
        <a:p>
          <a:endParaRPr lang="en-US"/>
        </a:p>
      </dgm:t>
    </dgm:pt>
  </dgm:ptLst>
  <dgm:cxnLst>
    <dgm:cxn modelId="{8C1D9109-D1EC-4BED-88EF-18ABB5F4277A}" srcId="{CF67B2F7-2E0E-4477-931E-51CA077B6384}" destId="{013AD30C-1D56-4DDD-8E69-4A7C3EA82A10}" srcOrd="0" destOrd="0" parTransId="{E99A03AD-19C3-4C97-9B8A-299E3D3B4529}" sibTransId="{CB693261-2595-4C87-AA73-043271ACD7A3}"/>
    <dgm:cxn modelId="{885F90C1-4963-4C01-842A-A861D8F012B8}" type="presOf" srcId="{559D5C86-B460-4C8F-A40D-2C8F309CAC91}" destId="{0BC1394B-D557-446F-A5CC-98AD6458514B}" srcOrd="0" destOrd="1" presId="urn:microsoft.com/office/officeart/2005/8/layout/hList1"/>
    <dgm:cxn modelId="{26A3AA7F-4682-4412-8FEF-21B3D869143E}" srcId="{CF67B2F7-2E0E-4477-931E-51CA077B6384}" destId="{559D5C86-B460-4C8F-A40D-2C8F309CAC91}" srcOrd="1" destOrd="0" parTransId="{62DF3CDC-AD71-4382-9A81-AFB3D5B40AE9}" sibTransId="{C91F9497-AF79-4896-B8CA-86C60F248344}"/>
    <dgm:cxn modelId="{F94F3153-92AD-4DC4-85AA-47623D5BB3F1}" type="presOf" srcId="{FED6D387-C528-4941-9BA1-EB90058EBDC5}" destId="{0BC1394B-D557-446F-A5CC-98AD6458514B}" srcOrd="0" destOrd="2" presId="urn:microsoft.com/office/officeart/2005/8/layout/hList1"/>
    <dgm:cxn modelId="{619C1160-6F6D-4D61-B198-98E62EEAEFE3}" type="presOf" srcId="{D6E854F9-A65E-4AB8-AABD-04BFA369074A}" destId="{1FDBF13A-2C40-4A38-8649-93C0FECC90EA}" srcOrd="0" destOrd="0" presId="urn:microsoft.com/office/officeart/2005/8/layout/hList1"/>
    <dgm:cxn modelId="{13D04316-E35B-487F-BDA6-E1551C3F205C}" srcId="{CF67B2F7-2E0E-4477-931E-51CA077B6384}" destId="{FED6D387-C528-4941-9BA1-EB90058EBDC5}" srcOrd="2" destOrd="0" parTransId="{E0D880A8-0EBD-4A9F-B77F-BE0163311DF3}" sibTransId="{F0F4E1D7-792F-4F62-8A6E-3261D2F158E8}"/>
    <dgm:cxn modelId="{AA917349-EE7D-4104-887A-54E184C89583}" type="presOf" srcId="{013AD30C-1D56-4DDD-8E69-4A7C3EA82A10}" destId="{0BC1394B-D557-446F-A5CC-98AD6458514B}" srcOrd="0" destOrd="0" presId="urn:microsoft.com/office/officeart/2005/8/layout/hList1"/>
    <dgm:cxn modelId="{EE23B73B-9955-4357-8006-B5D3DCBC0A8C}" type="presOf" srcId="{F9408AB4-5C6C-4C99-A7D0-780451B97FEE}" destId="{F1B30769-F44E-4A51-B45D-3A085C18F057}" srcOrd="0" destOrd="0" presId="urn:microsoft.com/office/officeart/2005/8/layout/hList1"/>
    <dgm:cxn modelId="{614FB20F-36BF-4FDD-B363-C17B1626582B}" type="presOf" srcId="{CF67B2F7-2E0E-4477-931E-51CA077B6384}" destId="{01AF37B9-2224-4451-8A83-8FF1785024A8}" srcOrd="0" destOrd="0" presId="urn:microsoft.com/office/officeart/2005/8/layout/hList1"/>
    <dgm:cxn modelId="{FD126665-1454-4AEF-AEFF-47C593B87512}" srcId="{9C09E04E-D647-477F-AD47-F3F0A6ED6E29}" destId="{D6E854F9-A65E-4AB8-AABD-04BFA369074A}" srcOrd="0" destOrd="0" parTransId="{841AF2FB-0AFF-4ED3-AB23-D8B63D59C030}" sibTransId="{D954369E-81DE-479E-9F15-A3D0EF4C658F}"/>
    <dgm:cxn modelId="{E53FE971-BCA8-426D-92D0-2DB808B520A5}" srcId="{9C09E04E-D647-477F-AD47-F3F0A6ED6E29}" destId="{ECE354DC-447B-4851-B4C9-6CB60A3AC98A}" srcOrd="1" destOrd="0" parTransId="{3D8125FD-1F7A-4E7C-ADE6-FEB05A04ADB9}" sibTransId="{EC65716E-8515-4CA1-BD30-83FD50BFF308}"/>
    <dgm:cxn modelId="{ED1C2D56-E306-46BB-A1E9-FF01A42DC31A}" type="presOf" srcId="{9C09E04E-D647-477F-AD47-F3F0A6ED6E29}" destId="{22251BF9-A7AA-4B3B-B20F-75F33C14AE2C}" srcOrd="0" destOrd="0" presId="urn:microsoft.com/office/officeart/2005/8/layout/hList1"/>
    <dgm:cxn modelId="{70556BD3-5BEB-47CB-95E3-A28280E62009}" srcId="{F9408AB4-5C6C-4C99-A7D0-780451B97FEE}" destId="{CF67B2F7-2E0E-4477-931E-51CA077B6384}" srcOrd="0" destOrd="0" parTransId="{D03DCAED-9B08-412B-BD10-2ED5CF4F5A03}" sibTransId="{33AEF939-50F7-46C2-A171-AD2A0A4BA0E6}"/>
    <dgm:cxn modelId="{074135ED-88FE-4976-99B3-FCB9D8E4B4A8}" srcId="{F9408AB4-5C6C-4C99-A7D0-780451B97FEE}" destId="{9C09E04E-D647-477F-AD47-F3F0A6ED6E29}" srcOrd="1" destOrd="0" parTransId="{D74CE9CF-CCA1-4574-BC3E-64A29F219947}" sibTransId="{5D3F8349-16A4-4FF9-93E1-E374A7FDBE1D}"/>
    <dgm:cxn modelId="{1A7BD46B-010C-441C-95D9-E85ED5828D4D}" type="presOf" srcId="{ECE354DC-447B-4851-B4C9-6CB60A3AC98A}" destId="{1FDBF13A-2C40-4A38-8649-93C0FECC90EA}" srcOrd="0" destOrd="1" presId="urn:microsoft.com/office/officeart/2005/8/layout/hList1"/>
    <dgm:cxn modelId="{E98EACBA-4516-4E55-8843-6B283638B50B}" type="presParOf" srcId="{F1B30769-F44E-4A51-B45D-3A085C18F057}" destId="{8D90A73F-5FED-41C4-8CC5-1C90D7B94C5F}" srcOrd="0" destOrd="0" presId="urn:microsoft.com/office/officeart/2005/8/layout/hList1"/>
    <dgm:cxn modelId="{DC45D694-5BBB-4BDD-AF13-8CB6E06481C0}" type="presParOf" srcId="{8D90A73F-5FED-41C4-8CC5-1C90D7B94C5F}" destId="{01AF37B9-2224-4451-8A83-8FF1785024A8}" srcOrd="0" destOrd="0" presId="urn:microsoft.com/office/officeart/2005/8/layout/hList1"/>
    <dgm:cxn modelId="{2B48111C-D08C-40DE-AE55-FAF7A495F1AF}" type="presParOf" srcId="{8D90A73F-5FED-41C4-8CC5-1C90D7B94C5F}" destId="{0BC1394B-D557-446F-A5CC-98AD6458514B}" srcOrd="1" destOrd="0" presId="urn:microsoft.com/office/officeart/2005/8/layout/hList1"/>
    <dgm:cxn modelId="{D4676DCB-0E27-4E60-88AD-D86C6221D97F}" type="presParOf" srcId="{F1B30769-F44E-4A51-B45D-3A085C18F057}" destId="{1D9956C6-92FE-4B1B-96B8-E712D13AE5E8}" srcOrd="1" destOrd="0" presId="urn:microsoft.com/office/officeart/2005/8/layout/hList1"/>
    <dgm:cxn modelId="{B7C9FD71-4002-46E6-AA73-A7C9F3719BC8}" type="presParOf" srcId="{F1B30769-F44E-4A51-B45D-3A085C18F057}" destId="{0C4CC33C-067A-41C4-866E-CC27571BDE3D}" srcOrd="2" destOrd="0" presId="urn:microsoft.com/office/officeart/2005/8/layout/hList1"/>
    <dgm:cxn modelId="{DD3F1577-1FA1-416C-A5B3-DD141A581670}" type="presParOf" srcId="{0C4CC33C-067A-41C4-866E-CC27571BDE3D}" destId="{22251BF9-A7AA-4B3B-B20F-75F33C14AE2C}" srcOrd="0" destOrd="0" presId="urn:microsoft.com/office/officeart/2005/8/layout/hList1"/>
    <dgm:cxn modelId="{2302FB9B-8397-4311-AA5A-5EFC3BBE6199}" type="presParOf" srcId="{0C4CC33C-067A-41C4-866E-CC27571BDE3D}" destId="{1FDBF13A-2C40-4A38-8649-93C0FECC90EA}"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DAF823-9663-4BD5-A300-A75EBB2000E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BCDC8EE-FACE-4E5A-93A3-D9853A853611}">
      <dgm:prSet custT="1"/>
      <dgm:spPr/>
      <dgm:t>
        <a:bodyPr/>
        <a:lstStyle/>
        <a:p>
          <a:pPr>
            <a:lnSpc>
              <a:spcPct val="100000"/>
            </a:lnSpc>
          </a:pPr>
          <a:r>
            <a:rPr lang="en-US" sz="2000" dirty="0"/>
            <a:t>Integrity</a:t>
          </a:r>
        </a:p>
      </dgm:t>
    </dgm:pt>
    <dgm:pt modelId="{001097F4-F72A-492E-881D-50EFD91F17B5}" type="parTrans" cxnId="{B9575A18-F771-4B9D-A635-404C7D7820DF}">
      <dgm:prSet/>
      <dgm:spPr/>
      <dgm:t>
        <a:bodyPr/>
        <a:lstStyle/>
        <a:p>
          <a:endParaRPr lang="en-US" sz="2000"/>
        </a:p>
      </dgm:t>
    </dgm:pt>
    <dgm:pt modelId="{0B18506E-23F5-4A42-8FAB-57D32E3F8523}" type="sibTrans" cxnId="{B9575A18-F771-4B9D-A635-404C7D7820DF}">
      <dgm:prSet/>
      <dgm:spPr/>
      <dgm:t>
        <a:bodyPr/>
        <a:lstStyle/>
        <a:p>
          <a:endParaRPr lang="en-US" sz="2000"/>
        </a:p>
      </dgm:t>
    </dgm:pt>
    <dgm:pt modelId="{CE8D39F5-5723-43F2-94FB-A6AE0C9239C9}">
      <dgm:prSet custT="1"/>
      <dgm:spPr/>
      <dgm:t>
        <a:bodyPr/>
        <a:lstStyle/>
        <a:p>
          <a:pPr>
            <a:lnSpc>
              <a:spcPct val="100000"/>
            </a:lnSpc>
          </a:pPr>
          <a:r>
            <a:rPr lang="en-US" sz="2000" dirty="0"/>
            <a:t>Objectivity</a:t>
          </a:r>
        </a:p>
      </dgm:t>
    </dgm:pt>
    <dgm:pt modelId="{82AEB9C6-15BB-44EF-8CF7-D568ECC7A053}" type="parTrans" cxnId="{11B2E9FD-463B-4235-8F0E-A528E62E4770}">
      <dgm:prSet/>
      <dgm:spPr/>
      <dgm:t>
        <a:bodyPr/>
        <a:lstStyle/>
        <a:p>
          <a:endParaRPr lang="en-US" sz="2000"/>
        </a:p>
      </dgm:t>
    </dgm:pt>
    <dgm:pt modelId="{43E810D3-0C2E-420C-B457-B241C309D2C6}" type="sibTrans" cxnId="{11B2E9FD-463B-4235-8F0E-A528E62E4770}">
      <dgm:prSet/>
      <dgm:spPr/>
      <dgm:t>
        <a:bodyPr/>
        <a:lstStyle/>
        <a:p>
          <a:endParaRPr lang="en-US" sz="2000"/>
        </a:p>
      </dgm:t>
    </dgm:pt>
    <dgm:pt modelId="{256CC17E-1B9C-4917-A27B-F8C87B2979CF}">
      <dgm:prSet custT="1"/>
      <dgm:spPr/>
      <dgm:t>
        <a:bodyPr/>
        <a:lstStyle/>
        <a:p>
          <a:pPr>
            <a:lnSpc>
              <a:spcPct val="100000"/>
            </a:lnSpc>
          </a:pPr>
          <a:r>
            <a:rPr lang="en-US" sz="2000" dirty="0"/>
            <a:t>Professional competence and due care </a:t>
          </a:r>
        </a:p>
      </dgm:t>
    </dgm:pt>
    <dgm:pt modelId="{F8A05F18-3E1C-4A89-94E2-6A45808F62A0}" type="parTrans" cxnId="{30359BBD-36D8-4A38-8E0A-D35ADF5B9D86}">
      <dgm:prSet/>
      <dgm:spPr/>
      <dgm:t>
        <a:bodyPr/>
        <a:lstStyle/>
        <a:p>
          <a:endParaRPr lang="en-US" sz="2000"/>
        </a:p>
      </dgm:t>
    </dgm:pt>
    <dgm:pt modelId="{3C1055FF-22E6-4621-87FC-7F9BB551C1F9}" type="sibTrans" cxnId="{30359BBD-36D8-4A38-8E0A-D35ADF5B9D86}">
      <dgm:prSet/>
      <dgm:spPr/>
      <dgm:t>
        <a:bodyPr/>
        <a:lstStyle/>
        <a:p>
          <a:endParaRPr lang="en-US" sz="2000"/>
        </a:p>
      </dgm:t>
    </dgm:pt>
    <dgm:pt modelId="{193552DC-9DB9-4D8A-A69B-2B9B5C6B6F6D}">
      <dgm:prSet custT="1"/>
      <dgm:spPr/>
      <dgm:t>
        <a:bodyPr/>
        <a:lstStyle/>
        <a:p>
          <a:pPr>
            <a:lnSpc>
              <a:spcPct val="100000"/>
            </a:lnSpc>
          </a:pPr>
          <a:r>
            <a:rPr lang="en-US" sz="2000" dirty="0"/>
            <a:t>Confidentiality </a:t>
          </a:r>
        </a:p>
      </dgm:t>
    </dgm:pt>
    <dgm:pt modelId="{98DF5721-38E2-44C6-98D3-C6AF9EEA04BD}" type="parTrans" cxnId="{DD74E851-EDB1-46F9-BE64-2CAF3FBAD1C2}">
      <dgm:prSet/>
      <dgm:spPr/>
      <dgm:t>
        <a:bodyPr/>
        <a:lstStyle/>
        <a:p>
          <a:endParaRPr lang="en-US" sz="2000"/>
        </a:p>
      </dgm:t>
    </dgm:pt>
    <dgm:pt modelId="{A1965E29-C870-4511-B4F0-ACD29AFF887D}" type="sibTrans" cxnId="{DD74E851-EDB1-46F9-BE64-2CAF3FBAD1C2}">
      <dgm:prSet/>
      <dgm:spPr/>
      <dgm:t>
        <a:bodyPr/>
        <a:lstStyle/>
        <a:p>
          <a:endParaRPr lang="en-US" sz="2000"/>
        </a:p>
      </dgm:t>
    </dgm:pt>
    <dgm:pt modelId="{D58B5715-A71A-4273-A228-0E3BD1E84668}">
      <dgm:prSet custT="1"/>
      <dgm:spPr/>
      <dgm:t>
        <a:bodyPr/>
        <a:lstStyle/>
        <a:p>
          <a:pPr>
            <a:lnSpc>
              <a:spcPct val="100000"/>
            </a:lnSpc>
          </a:pPr>
          <a:r>
            <a:rPr lang="en-US" sz="2000" dirty="0"/>
            <a:t>Professional behaviour</a:t>
          </a:r>
        </a:p>
      </dgm:t>
    </dgm:pt>
    <dgm:pt modelId="{20845679-23DE-4A8A-9A0E-3A7DC4CB67BB}" type="parTrans" cxnId="{6C88B6FB-C265-4CD5-9077-B06F26C3A3CF}">
      <dgm:prSet/>
      <dgm:spPr/>
      <dgm:t>
        <a:bodyPr/>
        <a:lstStyle/>
        <a:p>
          <a:endParaRPr lang="en-US" sz="2000"/>
        </a:p>
      </dgm:t>
    </dgm:pt>
    <dgm:pt modelId="{CBCF4C89-B603-4794-9FBE-7E9FA31F9562}" type="sibTrans" cxnId="{6C88B6FB-C265-4CD5-9077-B06F26C3A3CF}">
      <dgm:prSet/>
      <dgm:spPr/>
      <dgm:t>
        <a:bodyPr/>
        <a:lstStyle/>
        <a:p>
          <a:endParaRPr lang="en-US" sz="2000"/>
        </a:p>
      </dgm:t>
    </dgm:pt>
    <dgm:pt modelId="{4F72A607-1CF7-4A2C-895F-EF9ED7F0C7C3}" type="pres">
      <dgm:prSet presAssocID="{3FDAF823-9663-4BD5-A300-A75EBB2000EC}" presName="root" presStyleCnt="0">
        <dgm:presLayoutVars>
          <dgm:dir/>
          <dgm:resizeHandles val="exact"/>
        </dgm:presLayoutVars>
      </dgm:prSet>
      <dgm:spPr/>
      <dgm:t>
        <a:bodyPr/>
        <a:lstStyle/>
        <a:p>
          <a:endParaRPr lang="en-US"/>
        </a:p>
      </dgm:t>
    </dgm:pt>
    <dgm:pt modelId="{4259A772-BA74-432A-A0DF-AE2EEC8FB452}" type="pres">
      <dgm:prSet presAssocID="{ABCDC8EE-FACE-4E5A-93A3-D9853A853611}" presName="compNode" presStyleCnt="0"/>
      <dgm:spPr/>
    </dgm:pt>
    <dgm:pt modelId="{DFA83877-5872-4C42-95FE-4B0F632A0102}" type="pres">
      <dgm:prSet presAssocID="{ABCDC8EE-FACE-4E5A-93A3-D9853A85361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Scales of Justice"/>
        </a:ext>
      </dgm:extLst>
    </dgm:pt>
    <dgm:pt modelId="{48F9805D-521A-4754-A15F-B9B21FA5EDF5}" type="pres">
      <dgm:prSet presAssocID="{ABCDC8EE-FACE-4E5A-93A3-D9853A853611}" presName="spaceRect" presStyleCnt="0"/>
      <dgm:spPr/>
    </dgm:pt>
    <dgm:pt modelId="{0EBB7289-534A-4A5E-BFC8-62D3C2018487}" type="pres">
      <dgm:prSet presAssocID="{ABCDC8EE-FACE-4E5A-93A3-D9853A853611}" presName="textRect" presStyleLbl="revTx" presStyleIdx="0" presStyleCnt="5">
        <dgm:presLayoutVars>
          <dgm:chMax val="1"/>
          <dgm:chPref val="1"/>
        </dgm:presLayoutVars>
      </dgm:prSet>
      <dgm:spPr/>
      <dgm:t>
        <a:bodyPr/>
        <a:lstStyle/>
        <a:p>
          <a:endParaRPr lang="en-US"/>
        </a:p>
      </dgm:t>
    </dgm:pt>
    <dgm:pt modelId="{76A6629C-798F-4D0A-90D3-0C54F5319AC4}" type="pres">
      <dgm:prSet presAssocID="{0B18506E-23F5-4A42-8FAB-57D32E3F8523}" presName="sibTrans" presStyleCnt="0"/>
      <dgm:spPr/>
    </dgm:pt>
    <dgm:pt modelId="{C8B3C658-291F-45EE-BB3D-9997F31F468E}" type="pres">
      <dgm:prSet presAssocID="{CE8D39F5-5723-43F2-94FB-A6AE0C9239C9}" presName="compNode" presStyleCnt="0"/>
      <dgm:spPr/>
    </dgm:pt>
    <dgm:pt modelId="{37D2E58D-1B4C-4F7A-A3E9-4D9A856B75D6}" type="pres">
      <dgm:prSet presAssocID="{CE8D39F5-5723-43F2-94FB-A6AE0C9239C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Potion2"/>
        </a:ext>
      </dgm:extLst>
    </dgm:pt>
    <dgm:pt modelId="{265B1DCA-ADD2-4602-9F90-0D1A899E45C5}" type="pres">
      <dgm:prSet presAssocID="{CE8D39F5-5723-43F2-94FB-A6AE0C9239C9}" presName="spaceRect" presStyleCnt="0"/>
      <dgm:spPr/>
    </dgm:pt>
    <dgm:pt modelId="{1E724AED-0C23-4D1B-9493-6DD29B441BFA}" type="pres">
      <dgm:prSet presAssocID="{CE8D39F5-5723-43F2-94FB-A6AE0C9239C9}" presName="textRect" presStyleLbl="revTx" presStyleIdx="1" presStyleCnt="5">
        <dgm:presLayoutVars>
          <dgm:chMax val="1"/>
          <dgm:chPref val="1"/>
        </dgm:presLayoutVars>
      </dgm:prSet>
      <dgm:spPr/>
      <dgm:t>
        <a:bodyPr/>
        <a:lstStyle/>
        <a:p>
          <a:endParaRPr lang="en-US"/>
        </a:p>
      </dgm:t>
    </dgm:pt>
    <dgm:pt modelId="{BEBD61ED-973E-4573-9E65-CBECAB35ABCE}" type="pres">
      <dgm:prSet presAssocID="{43E810D3-0C2E-420C-B457-B241C309D2C6}" presName="sibTrans" presStyleCnt="0"/>
      <dgm:spPr/>
    </dgm:pt>
    <dgm:pt modelId="{903AA166-C15C-4107-9671-A021F465C8B4}" type="pres">
      <dgm:prSet presAssocID="{256CC17E-1B9C-4917-A27B-F8C87B2979CF}" presName="compNode" presStyleCnt="0"/>
      <dgm:spPr/>
    </dgm:pt>
    <dgm:pt modelId="{C05B6B37-47F7-494B-ADAB-CB46CAA3045F}" type="pres">
      <dgm:prSet presAssocID="{256CC17E-1B9C-4917-A27B-F8C87B2979C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xmlns="" id="0" name="" descr="Stethoscope"/>
        </a:ext>
      </dgm:extLst>
    </dgm:pt>
    <dgm:pt modelId="{741D3F0D-8D1B-4021-B766-5D2205656491}" type="pres">
      <dgm:prSet presAssocID="{256CC17E-1B9C-4917-A27B-F8C87B2979CF}" presName="spaceRect" presStyleCnt="0"/>
      <dgm:spPr/>
    </dgm:pt>
    <dgm:pt modelId="{FD274914-2294-4190-BDA9-9F096D566519}" type="pres">
      <dgm:prSet presAssocID="{256CC17E-1B9C-4917-A27B-F8C87B2979CF}" presName="textRect" presStyleLbl="revTx" presStyleIdx="2" presStyleCnt="5">
        <dgm:presLayoutVars>
          <dgm:chMax val="1"/>
          <dgm:chPref val="1"/>
        </dgm:presLayoutVars>
      </dgm:prSet>
      <dgm:spPr/>
      <dgm:t>
        <a:bodyPr/>
        <a:lstStyle/>
        <a:p>
          <a:endParaRPr lang="en-US"/>
        </a:p>
      </dgm:t>
    </dgm:pt>
    <dgm:pt modelId="{42B46639-8E21-4AC4-924C-93679A74084F}" type="pres">
      <dgm:prSet presAssocID="{3C1055FF-22E6-4621-87FC-7F9BB551C1F9}" presName="sibTrans" presStyleCnt="0"/>
      <dgm:spPr/>
    </dgm:pt>
    <dgm:pt modelId="{A971F77D-D7EF-4B68-8756-3667DA649142}" type="pres">
      <dgm:prSet presAssocID="{193552DC-9DB9-4D8A-A69B-2B9B5C6B6F6D}" presName="compNode" presStyleCnt="0"/>
      <dgm:spPr/>
    </dgm:pt>
    <dgm:pt modelId="{0BC9E224-16C9-43E9-9C0E-32B2D4D5926B}" type="pres">
      <dgm:prSet presAssocID="{193552DC-9DB9-4D8A-A69B-2B9B5C6B6F6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xmlns=""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xmlns="" id="0" name="" descr="Lock"/>
        </a:ext>
      </dgm:extLst>
    </dgm:pt>
    <dgm:pt modelId="{CB690CB9-14AE-4717-A4B5-3A9E599883E7}" type="pres">
      <dgm:prSet presAssocID="{193552DC-9DB9-4D8A-A69B-2B9B5C6B6F6D}" presName="spaceRect" presStyleCnt="0"/>
      <dgm:spPr/>
    </dgm:pt>
    <dgm:pt modelId="{998836BD-964E-4930-A3FF-6134241FF482}" type="pres">
      <dgm:prSet presAssocID="{193552DC-9DB9-4D8A-A69B-2B9B5C6B6F6D}" presName="textRect" presStyleLbl="revTx" presStyleIdx="3" presStyleCnt="5">
        <dgm:presLayoutVars>
          <dgm:chMax val="1"/>
          <dgm:chPref val="1"/>
        </dgm:presLayoutVars>
      </dgm:prSet>
      <dgm:spPr/>
      <dgm:t>
        <a:bodyPr/>
        <a:lstStyle/>
        <a:p>
          <a:endParaRPr lang="en-US"/>
        </a:p>
      </dgm:t>
    </dgm:pt>
    <dgm:pt modelId="{5CEF1566-F961-45FB-B145-8E9770B4EEB2}" type="pres">
      <dgm:prSet presAssocID="{A1965E29-C870-4511-B4F0-ACD29AFF887D}" presName="sibTrans" presStyleCnt="0"/>
      <dgm:spPr/>
    </dgm:pt>
    <dgm:pt modelId="{B7141812-EECE-4739-B9C9-7027780CE89C}" type="pres">
      <dgm:prSet presAssocID="{D58B5715-A71A-4273-A228-0E3BD1E84668}" presName="compNode" presStyleCnt="0"/>
      <dgm:spPr/>
    </dgm:pt>
    <dgm:pt modelId="{D90E1928-C758-4282-B329-FDEC4E369EF0}" type="pres">
      <dgm:prSet presAssocID="{D58B5715-A71A-4273-A228-0E3BD1E8466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xmlns="" val="0"/>
              </a:ext>
              <a:ext uri="{96DAC541-7B7A-43D3-8B79-37D633B846F1}">
                <asvg:svgBlip xmlns:asvg="http://schemas.microsoft.com/office/drawing/2016/SVG/main" xmlns="" r:embed="rId10"/>
              </a:ext>
            </a:extLst>
          </a:blip>
          <a:stretch>
            <a:fillRect/>
          </a:stretch>
        </a:blipFill>
        <a:ln>
          <a:noFill/>
        </a:ln>
      </dgm:spPr>
      <dgm:extLst>
        <a:ext uri="{E40237B7-FDA0-4F09-8148-C483321AD2D9}">
          <dgm14:cNvPr xmlns:dgm14="http://schemas.microsoft.com/office/drawing/2010/diagram" xmlns="" id="0" name="" descr="Head with Gears"/>
        </a:ext>
      </dgm:extLst>
    </dgm:pt>
    <dgm:pt modelId="{CDD99082-7F77-4C24-85AB-9BFE8F173FC3}" type="pres">
      <dgm:prSet presAssocID="{D58B5715-A71A-4273-A228-0E3BD1E84668}" presName="spaceRect" presStyleCnt="0"/>
      <dgm:spPr/>
    </dgm:pt>
    <dgm:pt modelId="{B5EE8A99-8327-4B18-9320-BA8F9645240E}" type="pres">
      <dgm:prSet presAssocID="{D58B5715-A71A-4273-A228-0E3BD1E84668}" presName="textRect" presStyleLbl="revTx" presStyleIdx="4" presStyleCnt="5">
        <dgm:presLayoutVars>
          <dgm:chMax val="1"/>
          <dgm:chPref val="1"/>
        </dgm:presLayoutVars>
      </dgm:prSet>
      <dgm:spPr/>
      <dgm:t>
        <a:bodyPr/>
        <a:lstStyle/>
        <a:p>
          <a:endParaRPr lang="en-US"/>
        </a:p>
      </dgm:t>
    </dgm:pt>
  </dgm:ptLst>
  <dgm:cxnLst>
    <dgm:cxn modelId="{A7D04173-7BFD-41D7-A74A-C3E4D6257DCC}" type="presOf" srcId="{3FDAF823-9663-4BD5-A300-A75EBB2000EC}" destId="{4F72A607-1CF7-4A2C-895F-EF9ED7F0C7C3}" srcOrd="0" destOrd="0" presId="urn:microsoft.com/office/officeart/2018/2/layout/IconLabelList"/>
    <dgm:cxn modelId="{D1414066-9487-4F7D-8B3F-B4065FEAFE4C}" type="presOf" srcId="{256CC17E-1B9C-4917-A27B-F8C87B2979CF}" destId="{FD274914-2294-4190-BDA9-9F096D566519}" srcOrd="0" destOrd="0" presId="urn:microsoft.com/office/officeart/2018/2/layout/IconLabelList"/>
    <dgm:cxn modelId="{43447BB1-9C7C-4BF7-AECB-52570FB242BE}" type="presOf" srcId="{ABCDC8EE-FACE-4E5A-93A3-D9853A853611}" destId="{0EBB7289-534A-4A5E-BFC8-62D3C2018487}" srcOrd="0" destOrd="0" presId="urn:microsoft.com/office/officeart/2018/2/layout/IconLabelList"/>
    <dgm:cxn modelId="{6C88B6FB-C265-4CD5-9077-B06F26C3A3CF}" srcId="{3FDAF823-9663-4BD5-A300-A75EBB2000EC}" destId="{D58B5715-A71A-4273-A228-0E3BD1E84668}" srcOrd="4" destOrd="0" parTransId="{20845679-23DE-4A8A-9A0E-3A7DC4CB67BB}" sibTransId="{CBCF4C89-B603-4794-9FBE-7E9FA31F9562}"/>
    <dgm:cxn modelId="{BFC38854-6390-42F3-9FBC-F35A915D32C8}" type="presOf" srcId="{CE8D39F5-5723-43F2-94FB-A6AE0C9239C9}" destId="{1E724AED-0C23-4D1B-9493-6DD29B441BFA}" srcOrd="0" destOrd="0" presId="urn:microsoft.com/office/officeart/2018/2/layout/IconLabelList"/>
    <dgm:cxn modelId="{30359BBD-36D8-4A38-8E0A-D35ADF5B9D86}" srcId="{3FDAF823-9663-4BD5-A300-A75EBB2000EC}" destId="{256CC17E-1B9C-4917-A27B-F8C87B2979CF}" srcOrd="2" destOrd="0" parTransId="{F8A05F18-3E1C-4A89-94E2-6A45808F62A0}" sibTransId="{3C1055FF-22E6-4621-87FC-7F9BB551C1F9}"/>
    <dgm:cxn modelId="{F82EA8C0-131C-4F09-9E75-01F13908CCA7}" type="presOf" srcId="{D58B5715-A71A-4273-A228-0E3BD1E84668}" destId="{B5EE8A99-8327-4B18-9320-BA8F9645240E}" srcOrd="0" destOrd="0" presId="urn:microsoft.com/office/officeart/2018/2/layout/IconLabelList"/>
    <dgm:cxn modelId="{DD74E851-EDB1-46F9-BE64-2CAF3FBAD1C2}" srcId="{3FDAF823-9663-4BD5-A300-A75EBB2000EC}" destId="{193552DC-9DB9-4D8A-A69B-2B9B5C6B6F6D}" srcOrd="3" destOrd="0" parTransId="{98DF5721-38E2-44C6-98D3-C6AF9EEA04BD}" sibTransId="{A1965E29-C870-4511-B4F0-ACD29AFF887D}"/>
    <dgm:cxn modelId="{450BEA26-E11A-476F-8DC3-3488EDC58B38}" type="presOf" srcId="{193552DC-9DB9-4D8A-A69B-2B9B5C6B6F6D}" destId="{998836BD-964E-4930-A3FF-6134241FF482}" srcOrd="0" destOrd="0" presId="urn:microsoft.com/office/officeart/2018/2/layout/IconLabelList"/>
    <dgm:cxn modelId="{11B2E9FD-463B-4235-8F0E-A528E62E4770}" srcId="{3FDAF823-9663-4BD5-A300-A75EBB2000EC}" destId="{CE8D39F5-5723-43F2-94FB-A6AE0C9239C9}" srcOrd="1" destOrd="0" parTransId="{82AEB9C6-15BB-44EF-8CF7-D568ECC7A053}" sibTransId="{43E810D3-0C2E-420C-B457-B241C309D2C6}"/>
    <dgm:cxn modelId="{B9575A18-F771-4B9D-A635-404C7D7820DF}" srcId="{3FDAF823-9663-4BD5-A300-A75EBB2000EC}" destId="{ABCDC8EE-FACE-4E5A-93A3-D9853A853611}" srcOrd="0" destOrd="0" parTransId="{001097F4-F72A-492E-881D-50EFD91F17B5}" sibTransId="{0B18506E-23F5-4A42-8FAB-57D32E3F8523}"/>
    <dgm:cxn modelId="{2CB53E03-5E6C-4FBE-892E-F3CED494B495}" type="presParOf" srcId="{4F72A607-1CF7-4A2C-895F-EF9ED7F0C7C3}" destId="{4259A772-BA74-432A-A0DF-AE2EEC8FB452}" srcOrd="0" destOrd="0" presId="urn:microsoft.com/office/officeart/2018/2/layout/IconLabelList"/>
    <dgm:cxn modelId="{A1EA3B91-75AF-4330-8CAE-E0EC8C57C275}" type="presParOf" srcId="{4259A772-BA74-432A-A0DF-AE2EEC8FB452}" destId="{DFA83877-5872-4C42-95FE-4B0F632A0102}" srcOrd="0" destOrd="0" presId="urn:microsoft.com/office/officeart/2018/2/layout/IconLabelList"/>
    <dgm:cxn modelId="{6ADBA50A-23CD-48EC-9A2A-CD4B588CC46B}" type="presParOf" srcId="{4259A772-BA74-432A-A0DF-AE2EEC8FB452}" destId="{48F9805D-521A-4754-A15F-B9B21FA5EDF5}" srcOrd="1" destOrd="0" presId="urn:microsoft.com/office/officeart/2018/2/layout/IconLabelList"/>
    <dgm:cxn modelId="{41001BEB-C974-4B93-8882-AD381F5743DF}" type="presParOf" srcId="{4259A772-BA74-432A-A0DF-AE2EEC8FB452}" destId="{0EBB7289-534A-4A5E-BFC8-62D3C2018487}" srcOrd="2" destOrd="0" presId="urn:microsoft.com/office/officeart/2018/2/layout/IconLabelList"/>
    <dgm:cxn modelId="{2D87BACF-7AA3-4193-B2B0-A5957D798F4B}" type="presParOf" srcId="{4F72A607-1CF7-4A2C-895F-EF9ED7F0C7C3}" destId="{76A6629C-798F-4D0A-90D3-0C54F5319AC4}" srcOrd="1" destOrd="0" presId="urn:microsoft.com/office/officeart/2018/2/layout/IconLabelList"/>
    <dgm:cxn modelId="{52411B6F-02CA-4B33-A307-95CC47A018B0}" type="presParOf" srcId="{4F72A607-1CF7-4A2C-895F-EF9ED7F0C7C3}" destId="{C8B3C658-291F-45EE-BB3D-9997F31F468E}" srcOrd="2" destOrd="0" presId="urn:microsoft.com/office/officeart/2018/2/layout/IconLabelList"/>
    <dgm:cxn modelId="{6D3AA603-0B51-474F-87D3-4A98308FBF91}" type="presParOf" srcId="{C8B3C658-291F-45EE-BB3D-9997F31F468E}" destId="{37D2E58D-1B4C-4F7A-A3E9-4D9A856B75D6}" srcOrd="0" destOrd="0" presId="urn:microsoft.com/office/officeart/2018/2/layout/IconLabelList"/>
    <dgm:cxn modelId="{9617D3FB-2634-462D-AE6D-05E208AAE0E8}" type="presParOf" srcId="{C8B3C658-291F-45EE-BB3D-9997F31F468E}" destId="{265B1DCA-ADD2-4602-9F90-0D1A899E45C5}" srcOrd="1" destOrd="0" presId="urn:microsoft.com/office/officeart/2018/2/layout/IconLabelList"/>
    <dgm:cxn modelId="{6F969878-C23E-42D4-9756-F116B50DAD33}" type="presParOf" srcId="{C8B3C658-291F-45EE-BB3D-9997F31F468E}" destId="{1E724AED-0C23-4D1B-9493-6DD29B441BFA}" srcOrd="2" destOrd="0" presId="urn:microsoft.com/office/officeart/2018/2/layout/IconLabelList"/>
    <dgm:cxn modelId="{86B5FB79-603F-4D76-A71B-53EDAF4198C8}" type="presParOf" srcId="{4F72A607-1CF7-4A2C-895F-EF9ED7F0C7C3}" destId="{BEBD61ED-973E-4573-9E65-CBECAB35ABCE}" srcOrd="3" destOrd="0" presId="urn:microsoft.com/office/officeart/2018/2/layout/IconLabelList"/>
    <dgm:cxn modelId="{1CD32607-CDB4-4D03-9EFA-95F46F1CA8FC}" type="presParOf" srcId="{4F72A607-1CF7-4A2C-895F-EF9ED7F0C7C3}" destId="{903AA166-C15C-4107-9671-A021F465C8B4}" srcOrd="4" destOrd="0" presId="urn:microsoft.com/office/officeart/2018/2/layout/IconLabelList"/>
    <dgm:cxn modelId="{9825C88F-52EF-4761-8DB8-4F2A2BB5074B}" type="presParOf" srcId="{903AA166-C15C-4107-9671-A021F465C8B4}" destId="{C05B6B37-47F7-494B-ADAB-CB46CAA3045F}" srcOrd="0" destOrd="0" presId="urn:microsoft.com/office/officeart/2018/2/layout/IconLabelList"/>
    <dgm:cxn modelId="{B3D70EC0-E704-4BAC-A813-F3A6157E5734}" type="presParOf" srcId="{903AA166-C15C-4107-9671-A021F465C8B4}" destId="{741D3F0D-8D1B-4021-B766-5D2205656491}" srcOrd="1" destOrd="0" presId="urn:microsoft.com/office/officeart/2018/2/layout/IconLabelList"/>
    <dgm:cxn modelId="{66D9DD9E-ADF9-47BB-8690-1F1515100837}" type="presParOf" srcId="{903AA166-C15C-4107-9671-A021F465C8B4}" destId="{FD274914-2294-4190-BDA9-9F096D566519}" srcOrd="2" destOrd="0" presId="urn:microsoft.com/office/officeart/2018/2/layout/IconLabelList"/>
    <dgm:cxn modelId="{2438C9A5-4485-4A8E-9A86-3680FBA8C7E1}" type="presParOf" srcId="{4F72A607-1CF7-4A2C-895F-EF9ED7F0C7C3}" destId="{42B46639-8E21-4AC4-924C-93679A74084F}" srcOrd="5" destOrd="0" presId="urn:microsoft.com/office/officeart/2018/2/layout/IconLabelList"/>
    <dgm:cxn modelId="{375E97A4-D54C-432D-8CC2-2960713FE7C9}" type="presParOf" srcId="{4F72A607-1CF7-4A2C-895F-EF9ED7F0C7C3}" destId="{A971F77D-D7EF-4B68-8756-3667DA649142}" srcOrd="6" destOrd="0" presId="urn:microsoft.com/office/officeart/2018/2/layout/IconLabelList"/>
    <dgm:cxn modelId="{32DDBDAA-A6EB-4B56-9892-EFDD0C7DF38F}" type="presParOf" srcId="{A971F77D-D7EF-4B68-8756-3667DA649142}" destId="{0BC9E224-16C9-43E9-9C0E-32B2D4D5926B}" srcOrd="0" destOrd="0" presId="urn:microsoft.com/office/officeart/2018/2/layout/IconLabelList"/>
    <dgm:cxn modelId="{9C4C1C0D-9884-441E-96EA-9ACB6D187B4D}" type="presParOf" srcId="{A971F77D-D7EF-4B68-8756-3667DA649142}" destId="{CB690CB9-14AE-4717-A4B5-3A9E599883E7}" srcOrd="1" destOrd="0" presId="urn:microsoft.com/office/officeart/2018/2/layout/IconLabelList"/>
    <dgm:cxn modelId="{47AA3552-ED6C-494A-9E02-F441595F7238}" type="presParOf" srcId="{A971F77D-D7EF-4B68-8756-3667DA649142}" destId="{998836BD-964E-4930-A3FF-6134241FF482}" srcOrd="2" destOrd="0" presId="urn:microsoft.com/office/officeart/2018/2/layout/IconLabelList"/>
    <dgm:cxn modelId="{70D6F6E9-F94C-4651-A974-833ECB8621B3}" type="presParOf" srcId="{4F72A607-1CF7-4A2C-895F-EF9ED7F0C7C3}" destId="{5CEF1566-F961-45FB-B145-8E9770B4EEB2}" srcOrd="7" destOrd="0" presId="urn:microsoft.com/office/officeart/2018/2/layout/IconLabelList"/>
    <dgm:cxn modelId="{364BAD95-3A8F-4377-82D8-7DCEABD122E2}" type="presParOf" srcId="{4F72A607-1CF7-4A2C-895F-EF9ED7F0C7C3}" destId="{B7141812-EECE-4739-B9C9-7027780CE89C}" srcOrd="8" destOrd="0" presId="urn:microsoft.com/office/officeart/2018/2/layout/IconLabelList"/>
    <dgm:cxn modelId="{6B3D7C8E-29F8-4E9C-B46A-B9CBF1459B52}" type="presParOf" srcId="{B7141812-EECE-4739-B9C9-7027780CE89C}" destId="{D90E1928-C758-4282-B329-FDEC4E369EF0}" srcOrd="0" destOrd="0" presId="urn:microsoft.com/office/officeart/2018/2/layout/IconLabelList"/>
    <dgm:cxn modelId="{45DC405C-9198-4005-8DB1-8F8AC119985D}" type="presParOf" srcId="{B7141812-EECE-4739-B9C9-7027780CE89C}" destId="{CDD99082-7F77-4C24-85AB-9BFE8F173FC3}" srcOrd="1" destOrd="0" presId="urn:microsoft.com/office/officeart/2018/2/layout/IconLabelList"/>
    <dgm:cxn modelId="{EF4EF2F3-5698-4C9F-8299-0458B8EAC257}" type="presParOf" srcId="{B7141812-EECE-4739-B9C9-7027780CE89C}" destId="{B5EE8A99-8327-4B18-9320-BA8F9645240E}" srcOrd="2" destOrd="0" presId="urn:microsoft.com/office/officeart/2018/2/layout/IconLabel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6D2814-3909-4245-8454-B3A11128322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845996F-5F95-4F7B-AC18-28DCC2EFE128}">
      <dgm:prSet/>
      <dgm:spPr/>
      <dgm:t>
        <a:bodyPr/>
        <a:lstStyle/>
        <a:p>
          <a:pPr>
            <a:lnSpc>
              <a:spcPct val="100000"/>
            </a:lnSpc>
          </a:pPr>
          <a:r>
            <a:rPr lang="en-US" dirty="0"/>
            <a:t>a rules-based approach</a:t>
          </a:r>
        </a:p>
      </dgm:t>
    </dgm:pt>
    <dgm:pt modelId="{34807412-F546-4EA4-AD06-D919E6B4D06E}" type="parTrans" cxnId="{C1160274-9EB8-42BB-93A2-25AA559422B2}">
      <dgm:prSet/>
      <dgm:spPr/>
      <dgm:t>
        <a:bodyPr/>
        <a:lstStyle/>
        <a:p>
          <a:endParaRPr lang="en-US"/>
        </a:p>
      </dgm:t>
    </dgm:pt>
    <dgm:pt modelId="{A2BA274F-5766-4DC4-8A55-4BE466DB5139}" type="sibTrans" cxnId="{C1160274-9EB8-42BB-93A2-25AA559422B2}">
      <dgm:prSet/>
      <dgm:spPr/>
      <dgm:t>
        <a:bodyPr/>
        <a:lstStyle/>
        <a:p>
          <a:endParaRPr lang="en-US"/>
        </a:p>
      </dgm:t>
    </dgm:pt>
    <dgm:pt modelId="{D9021174-DEBC-4035-952B-5D72535A9FE6}">
      <dgm:prSet/>
      <dgm:spPr/>
      <dgm:t>
        <a:bodyPr/>
        <a:lstStyle/>
        <a:p>
          <a:pPr>
            <a:lnSpc>
              <a:spcPct val="100000"/>
            </a:lnSpc>
          </a:pPr>
          <a:r>
            <a:rPr lang="en-US"/>
            <a:t>a framework approach. </a:t>
          </a:r>
          <a:endParaRPr lang="en-US" dirty="0"/>
        </a:p>
      </dgm:t>
    </dgm:pt>
    <dgm:pt modelId="{2ADECD9F-837A-424F-92AC-7B07A2A2802A}" type="parTrans" cxnId="{03D77ADD-9057-45CB-94B5-B5EFFA47D63C}">
      <dgm:prSet/>
      <dgm:spPr/>
      <dgm:t>
        <a:bodyPr/>
        <a:lstStyle/>
        <a:p>
          <a:endParaRPr lang="en-US"/>
        </a:p>
      </dgm:t>
    </dgm:pt>
    <dgm:pt modelId="{C087B17E-E8D4-4CA3-A18E-60A46210F58C}" type="sibTrans" cxnId="{03D77ADD-9057-45CB-94B5-B5EFFA47D63C}">
      <dgm:prSet/>
      <dgm:spPr/>
      <dgm:t>
        <a:bodyPr/>
        <a:lstStyle/>
        <a:p>
          <a:endParaRPr lang="en-US"/>
        </a:p>
      </dgm:t>
    </dgm:pt>
    <dgm:pt modelId="{672B5DC3-66D9-4BE5-A2DC-E7F72EF419D9}" type="pres">
      <dgm:prSet presAssocID="{D06D2814-3909-4245-8454-B3A111283220}" presName="root" presStyleCnt="0">
        <dgm:presLayoutVars>
          <dgm:dir/>
          <dgm:resizeHandles val="exact"/>
        </dgm:presLayoutVars>
      </dgm:prSet>
      <dgm:spPr/>
      <dgm:t>
        <a:bodyPr/>
        <a:lstStyle/>
        <a:p>
          <a:endParaRPr lang="en-US"/>
        </a:p>
      </dgm:t>
    </dgm:pt>
    <dgm:pt modelId="{A20F65F8-6607-4D25-9F50-0BCC213F76CB}" type="pres">
      <dgm:prSet presAssocID="{1845996F-5F95-4F7B-AC18-28DCC2EFE128}" presName="compNode" presStyleCnt="0"/>
      <dgm:spPr/>
    </dgm:pt>
    <dgm:pt modelId="{D0717DF9-0059-45AE-AFA5-A222BBA89694}" type="pres">
      <dgm:prSet presAssocID="{1845996F-5F95-4F7B-AC18-28DCC2EFE128}" presName="bgRect" presStyleLbl="bgShp" presStyleIdx="0" presStyleCnt="2"/>
      <dgm:spPr/>
    </dgm:pt>
    <dgm:pt modelId="{33335ACF-CF03-4B82-9C68-D61F055AD2D5}" type="pres">
      <dgm:prSet presAssocID="{1845996F-5F95-4F7B-AC18-28DCC2EFE12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Document"/>
        </a:ext>
      </dgm:extLst>
    </dgm:pt>
    <dgm:pt modelId="{A6F75513-B4E8-43B6-BC8A-7D75389797C5}" type="pres">
      <dgm:prSet presAssocID="{1845996F-5F95-4F7B-AC18-28DCC2EFE128}" presName="spaceRect" presStyleCnt="0"/>
      <dgm:spPr/>
    </dgm:pt>
    <dgm:pt modelId="{689ED3A2-6294-46C5-BA58-49547B4FEDA8}" type="pres">
      <dgm:prSet presAssocID="{1845996F-5F95-4F7B-AC18-28DCC2EFE128}" presName="parTx" presStyleLbl="revTx" presStyleIdx="0" presStyleCnt="2">
        <dgm:presLayoutVars>
          <dgm:chMax val="0"/>
          <dgm:chPref val="0"/>
        </dgm:presLayoutVars>
      </dgm:prSet>
      <dgm:spPr/>
      <dgm:t>
        <a:bodyPr/>
        <a:lstStyle/>
        <a:p>
          <a:endParaRPr lang="en-US"/>
        </a:p>
      </dgm:t>
    </dgm:pt>
    <dgm:pt modelId="{774A3CF2-1FFB-491B-8628-31E85B8D6C5E}" type="pres">
      <dgm:prSet presAssocID="{A2BA274F-5766-4DC4-8A55-4BE466DB5139}" presName="sibTrans" presStyleCnt="0"/>
      <dgm:spPr/>
    </dgm:pt>
    <dgm:pt modelId="{628CE352-6898-4AB1-B814-F0B144616165}" type="pres">
      <dgm:prSet presAssocID="{D9021174-DEBC-4035-952B-5D72535A9FE6}" presName="compNode" presStyleCnt="0"/>
      <dgm:spPr/>
    </dgm:pt>
    <dgm:pt modelId="{046F08F4-635F-40C3-A991-8DF8733A3439}" type="pres">
      <dgm:prSet presAssocID="{D9021174-DEBC-4035-952B-5D72535A9FE6}" presName="bgRect" presStyleLbl="bgShp" presStyleIdx="1" presStyleCnt="2"/>
      <dgm:spPr/>
    </dgm:pt>
    <dgm:pt modelId="{304866A8-3F1F-4FD9-8FA5-5879FE0AE513}" type="pres">
      <dgm:prSet presAssocID="{D9021174-DEBC-4035-952B-5D72535A9FE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Users"/>
        </a:ext>
      </dgm:extLst>
    </dgm:pt>
    <dgm:pt modelId="{C792EBDC-5C35-4C73-A020-CEB63AADED28}" type="pres">
      <dgm:prSet presAssocID="{D9021174-DEBC-4035-952B-5D72535A9FE6}" presName="spaceRect" presStyleCnt="0"/>
      <dgm:spPr/>
    </dgm:pt>
    <dgm:pt modelId="{F0C388AE-F46E-40AD-BF0A-E2C37BEAA7FF}" type="pres">
      <dgm:prSet presAssocID="{D9021174-DEBC-4035-952B-5D72535A9FE6}" presName="parTx" presStyleLbl="revTx" presStyleIdx="1" presStyleCnt="2">
        <dgm:presLayoutVars>
          <dgm:chMax val="0"/>
          <dgm:chPref val="0"/>
        </dgm:presLayoutVars>
      </dgm:prSet>
      <dgm:spPr/>
      <dgm:t>
        <a:bodyPr/>
        <a:lstStyle/>
        <a:p>
          <a:endParaRPr lang="en-US"/>
        </a:p>
      </dgm:t>
    </dgm:pt>
  </dgm:ptLst>
  <dgm:cxnLst>
    <dgm:cxn modelId="{23DFCC60-C44C-410B-A988-927422BB25E0}" type="presOf" srcId="{D06D2814-3909-4245-8454-B3A111283220}" destId="{672B5DC3-66D9-4BE5-A2DC-E7F72EF419D9}" srcOrd="0" destOrd="0" presId="urn:microsoft.com/office/officeart/2018/2/layout/IconVerticalSolidList"/>
    <dgm:cxn modelId="{03D77ADD-9057-45CB-94B5-B5EFFA47D63C}" srcId="{D06D2814-3909-4245-8454-B3A111283220}" destId="{D9021174-DEBC-4035-952B-5D72535A9FE6}" srcOrd="1" destOrd="0" parTransId="{2ADECD9F-837A-424F-92AC-7B07A2A2802A}" sibTransId="{C087B17E-E8D4-4CA3-A18E-60A46210F58C}"/>
    <dgm:cxn modelId="{C1160274-9EB8-42BB-93A2-25AA559422B2}" srcId="{D06D2814-3909-4245-8454-B3A111283220}" destId="{1845996F-5F95-4F7B-AC18-28DCC2EFE128}" srcOrd="0" destOrd="0" parTransId="{34807412-F546-4EA4-AD06-D919E6B4D06E}" sibTransId="{A2BA274F-5766-4DC4-8A55-4BE466DB5139}"/>
    <dgm:cxn modelId="{AF58E2EA-1F48-4BFD-A226-BA7ED8B7E2A2}" type="presOf" srcId="{D9021174-DEBC-4035-952B-5D72535A9FE6}" destId="{F0C388AE-F46E-40AD-BF0A-E2C37BEAA7FF}" srcOrd="0" destOrd="0" presId="urn:microsoft.com/office/officeart/2018/2/layout/IconVerticalSolidList"/>
    <dgm:cxn modelId="{AA13CE74-24B7-4FF4-A0F1-3D38A3651EC8}" type="presOf" srcId="{1845996F-5F95-4F7B-AC18-28DCC2EFE128}" destId="{689ED3A2-6294-46C5-BA58-49547B4FEDA8}" srcOrd="0" destOrd="0" presId="urn:microsoft.com/office/officeart/2018/2/layout/IconVerticalSolidList"/>
    <dgm:cxn modelId="{D76D2D58-8797-4865-9C08-799604B71A0B}" type="presParOf" srcId="{672B5DC3-66D9-4BE5-A2DC-E7F72EF419D9}" destId="{A20F65F8-6607-4D25-9F50-0BCC213F76CB}" srcOrd="0" destOrd="0" presId="urn:microsoft.com/office/officeart/2018/2/layout/IconVerticalSolidList"/>
    <dgm:cxn modelId="{1642B44A-27FD-45C7-BB03-F6CA5BF4381C}" type="presParOf" srcId="{A20F65F8-6607-4D25-9F50-0BCC213F76CB}" destId="{D0717DF9-0059-45AE-AFA5-A222BBA89694}" srcOrd="0" destOrd="0" presId="urn:microsoft.com/office/officeart/2018/2/layout/IconVerticalSolidList"/>
    <dgm:cxn modelId="{300E3678-8F37-45F5-8DDD-08624E6C21F5}" type="presParOf" srcId="{A20F65F8-6607-4D25-9F50-0BCC213F76CB}" destId="{33335ACF-CF03-4B82-9C68-D61F055AD2D5}" srcOrd="1" destOrd="0" presId="urn:microsoft.com/office/officeart/2018/2/layout/IconVerticalSolidList"/>
    <dgm:cxn modelId="{7483E5FB-798F-459D-A440-3DAB101A1666}" type="presParOf" srcId="{A20F65F8-6607-4D25-9F50-0BCC213F76CB}" destId="{A6F75513-B4E8-43B6-BC8A-7D75389797C5}" srcOrd="2" destOrd="0" presId="urn:microsoft.com/office/officeart/2018/2/layout/IconVerticalSolidList"/>
    <dgm:cxn modelId="{93C35A81-15D0-4D76-ADA6-693EDE030287}" type="presParOf" srcId="{A20F65F8-6607-4D25-9F50-0BCC213F76CB}" destId="{689ED3A2-6294-46C5-BA58-49547B4FEDA8}" srcOrd="3" destOrd="0" presId="urn:microsoft.com/office/officeart/2018/2/layout/IconVerticalSolidList"/>
    <dgm:cxn modelId="{6913F56F-0630-42C0-B9AD-CE906B435D0C}" type="presParOf" srcId="{672B5DC3-66D9-4BE5-A2DC-E7F72EF419D9}" destId="{774A3CF2-1FFB-491B-8628-31E85B8D6C5E}" srcOrd="1" destOrd="0" presId="urn:microsoft.com/office/officeart/2018/2/layout/IconVerticalSolidList"/>
    <dgm:cxn modelId="{9EFD01E5-365D-42EF-81BE-33FA4C0AC8A0}" type="presParOf" srcId="{672B5DC3-66D9-4BE5-A2DC-E7F72EF419D9}" destId="{628CE352-6898-4AB1-B814-F0B144616165}" srcOrd="2" destOrd="0" presId="urn:microsoft.com/office/officeart/2018/2/layout/IconVerticalSolidList"/>
    <dgm:cxn modelId="{B79E9465-4FB5-4FA3-9FEE-7C40C5D49964}" type="presParOf" srcId="{628CE352-6898-4AB1-B814-F0B144616165}" destId="{046F08F4-635F-40C3-A991-8DF8733A3439}" srcOrd="0" destOrd="0" presId="urn:microsoft.com/office/officeart/2018/2/layout/IconVerticalSolidList"/>
    <dgm:cxn modelId="{ADECB397-2365-4404-9D67-3164D01F2F2A}" type="presParOf" srcId="{628CE352-6898-4AB1-B814-F0B144616165}" destId="{304866A8-3F1F-4FD9-8FA5-5879FE0AE513}" srcOrd="1" destOrd="0" presId="urn:microsoft.com/office/officeart/2018/2/layout/IconVerticalSolidList"/>
    <dgm:cxn modelId="{76EDBEFC-2BF1-40D9-9A15-1B01D82DF71F}" type="presParOf" srcId="{628CE352-6898-4AB1-B814-F0B144616165}" destId="{C792EBDC-5C35-4C73-A020-CEB63AADED28}" srcOrd="2" destOrd="0" presId="urn:microsoft.com/office/officeart/2018/2/layout/IconVerticalSolidList"/>
    <dgm:cxn modelId="{150D5BDA-11DE-4139-AECD-BA72066BFE4C}" type="presParOf" srcId="{628CE352-6898-4AB1-B814-F0B144616165}" destId="{F0C388AE-F46E-40AD-BF0A-E2C37BEAA7FF}"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865E2-16C4-4598-9682-A956478C87C5}">
      <dsp:nvSpPr>
        <dsp:cNvPr id="0" name=""/>
        <dsp:cNvSpPr/>
      </dsp:nvSpPr>
      <dsp:spPr>
        <a:xfrm>
          <a:off x="49" y="103060"/>
          <a:ext cx="4708202" cy="87828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i="0" kern="1200" baseline="0"/>
            <a:t>The International Federation of Accountants (IFAC)</a:t>
          </a:r>
          <a:r>
            <a:rPr lang="en-US" sz="1800" b="0" i="0" kern="1200" baseline="0"/>
            <a:t>:</a:t>
          </a:r>
          <a:endParaRPr lang="en-US" sz="1800" kern="1200"/>
        </a:p>
      </dsp:txBody>
      <dsp:txXfrm>
        <a:off x="49" y="103060"/>
        <a:ext cx="4708202" cy="878280"/>
      </dsp:txXfrm>
    </dsp:sp>
    <dsp:sp modelId="{446863CC-EFE5-4E0B-991C-378947EA3A72}">
      <dsp:nvSpPr>
        <dsp:cNvPr id="0" name=""/>
        <dsp:cNvSpPr/>
      </dsp:nvSpPr>
      <dsp:spPr>
        <a:xfrm>
          <a:off x="49" y="981341"/>
          <a:ext cx="4708202" cy="277004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i="0" kern="1200" baseline="0"/>
            <a:t>Represents major accountancy bodies worldwide.</a:t>
          </a:r>
          <a:endParaRPr lang="en-US" sz="1800" kern="1200"/>
        </a:p>
        <a:p>
          <a:pPr marL="171450" lvl="1" indent="-171450" algn="l" defTabSz="800100">
            <a:lnSpc>
              <a:spcPct val="90000"/>
            </a:lnSpc>
            <a:spcBef>
              <a:spcPct val="0"/>
            </a:spcBef>
            <a:spcAft>
              <a:spcPct val="15000"/>
            </a:spcAft>
            <a:buChar char="•"/>
          </a:pPr>
          <a:r>
            <a:rPr lang="en-US" sz="1800" b="0" i="0" kern="1200" baseline="0"/>
            <a:t>Protects the public interest by developing high-quality international standards.</a:t>
          </a:r>
          <a:endParaRPr lang="en-US" sz="1800" kern="1200"/>
        </a:p>
        <a:p>
          <a:pPr marL="171450" lvl="1" indent="-171450" algn="l" defTabSz="800100">
            <a:lnSpc>
              <a:spcPct val="90000"/>
            </a:lnSpc>
            <a:spcBef>
              <a:spcPct val="0"/>
            </a:spcBef>
            <a:spcAft>
              <a:spcPct val="15000"/>
            </a:spcAft>
            <a:buChar char="•"/>
          </a:pPr>
          <a:r>
            <a:rPr lang="en-US" sz="1800" b="0" i="0" kern="1200" baseline="0"/>
            <a:t>Promotes strong ethical values and encourages quality practice in the profession.</a:t>
          </a:r>
          <a:endParaRPr lang="en-US" sz="1800" kern="1200"/>
        </a:p>
      </dsp:txBody>
      <dsp:txXfrm>
        <a:off x="49" y="981341"/>
        <a:ext cx="4708202" cy="2770048"/>
      </dsp:txXfrm>
    </dsp:sp>
    <dsp:sp modelId="{E0567E36-8F72-471B-B447-AEF231CE6A75}">
      <dsp:nvSpPr>
        <dsp:cNvPr id="0" name=""/>
        <dsp:cNvSpPr/>
      </dsp:nvSpPr>
      <dsp:spPr>
        <a:xfrm>
          <a:off x="5367399" y="103060"/>
          <a:ext cx="4708202" cy="878280"/>
        </a:xfrm>
        <a:prstGeom prst="rect">
          <a:avLst/>
        </a:prstGeom>
        <a:solidFill>
          <a:schemeClr val="accent2">
            <a:hueOff val="-1514713"/>
            <a:satOff val="10727"/>
            <a:lumOff val="1567"/>
            <a:alphaOff val="0"/>
          </a:schemeClr>
        </a:solidFill>
        <a:ln w="12700" cap="flat" cmpd="sng" algn="ctr">
          <a:solidFill>
            <a:schemeClr val="accent2">
              <a:hueOff val="-1514713"/>
              <a:satOff val="10727"/>
              <a:lumOff val="156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i="0" kern="1200" baseline="0"/>
            <a:t>IFAC’s International Ethics Standards Board for Accountants (IESBA)</a:t>
          </a:r>
          <a:r>
            <a:rPr lang="en-US" sz="1800" b="0" i="0" kern="1200" baseline="0"/>
            <a:t>:</a:t>
          </a:r>
          <a:endParaRPr lang="en-US" sz="1800" kern="1200"/>
        </a:p>
      </dsp:txBody>
      <dsp:txXfrm>
        <a:off x="5367399" y="103060"/>
        <a:ext cx="4708202" cy="878280"/>
      </dsp:txXfrm>
    </dsp:sp>
    <dsp:sp modelId="{4024B05B-CEB4-48FE-9719-14DC5645A965}">
      <dsp:nvSpPr>
        <dsp:cNvPr id="0" name=""/>
        <dsp:cNvSpPr/>
      </dsp:nvSpPr>
      <dsp:spPr>
        <a:xfrm>
          <a:off x="5367399" y="981341"/>
          <a:ext cx="4708202" cy="2770048"/>
        </a:xfrm>
        <a:prstGeom prst="rect">
          <a:avLst/>
        </a:prstGeom>
        <a:solidFill>
          <a:schemeClr val="accent2">
            <a:tint val="40000"/>
            <a:alpha val="90000"/>
            <a:hueOff val="-667097"/>
            <a:satOff val="13415"/>
            <a:lumOff val="912"/>
            <a:alphaOff val="0"/>
          </a:schemeClr>
        </a:solidFill>
        <a:ln w="12700" cap="flat" cmpd="sng" algn="ctr">
          <a:solidFill>
            <a:schemeClr val="accent2">
              <a:tint val="40000"/>
              <a:alpha val="90000"/>
              <a:hueOff val="-667097"/>
              <a:satOff val="13415"/>
              <a:lumOff val="9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i="0" kern="1200" baseline="0"/>
            <a:t>An independent body that sets global ethical standards for professional accountants.</a:t>
          </a:r>
          <a:endParaRPr lang="en-US" sz="1800" kern="1200"/>
        </a:p>
        <a:p>
          <a:pPr marL="171450" lvl="1" indent="-171450" algn="l" defTabSz="800100">
            <a:lnSpc>
              <a:spcPct val="90000"/>
            </a:lnSpc>
            <a:spcBef>
              <a:spcPct val="0"/>
            </a:spcBef>
            <a:spcAft>
              <a:spcPct val="15000"/>
            </a:spcAft>
            <a:buChar char="•"/>
          </a:pPr>
          <a:r>
            <a:rPr lang="en-US" sz="1800" b="0" i="0" kern="1200" baseline="0"/>
            <a:t>Develops and issues the </a:t>
          </a:r>
          <a:r>
            <a:rPr lang="en-US" sz="1800" b="1" i="0" kern="1200" baseline="0"/>
            <a:t>Code of Ethics for Professional Accountants</a:t>
          </a:r>
          <a:r>
            <a:rPr lang="en-US" sz="1800" b="0" i="0" kern="1200" baseline="0"/>
            <a:t>.</a:t>
          </a:r>
          <a:endParaRPr lang="en-US" sz="1800" kern="1200"/>
        </a:p>
        <a:p>
          <a:pPr marL="171450" lvl="1" indent="-171450" algn="l" defTabSz="800100">
            <a:lnSpc>
              <a:spcPct val="90000"/>
            </a:lnSpc>
            <a:spcBef>
              <a:spcPct val="0"/>
            </a:spcBef>
            <a:spcAft>
              <a:spcPct val="15000"/>
            </a:spcAft>
            <a:buChar char="•"/>
          </a:pPr>
          <a:r>
            <a:rPr lang="en-US" sz="1800" b="0" i="0" kern="1200" baseline="0"/>
            <a:t>Supports adoption and implementation of ethical practices and fosters global discussions on ethical issues.</a:t>
          </a:r>
          <a:endParaRPr lang="en-US" sz="1800" kern="1200"/>
        </a:p>
      </dsp:txBody>
      <dsp:txXfrm>
        <a:off x="5367399" y="981341"/>
        <a:ext cx="4708202" cy="2770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F37B9-2224-4451-8A83-8FF1785024A8}">
      <dsp:nvSpPr>
        <dsp:cNvPr id="0" name=""/>
        <dsp:cNvSpPr/>
      </dsp:nvSpPr>
      <dsp:spPr>
        <a:xfrm>
          <a:off x="47" y="49764"/>
          <a:ext cx="4565774" cy="78268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i="0" kern="1200" baseline="0"/>
            <a:t>The Financial Reporting Council (FRC)</a:t>
          </a:r>
          <a:r>
            <a:rPr lang="en-US" sz="2200" b="0" i="0" kern="1200" baseline="0"/>
            <a:t>:</a:t>
          </a:r>
          <a:endParaRPr lang="en-US" sz="2200" kern="1200"/>
        </a:p>
      </dsp:txBody>
      <dsp:txXfrm>
        <a:off x="47" y="49764"/>
        <a:ext cx="4565774" cy="782688"/>
      </dsp:txXfrm>
    </dsp:sp>
    <dsp:sp modelId="{0BC1394B-D557-446F-A5CC-98AD6458514B}">
      <dsp:nvSpPr>
        <dsp:cNvPr id="0" name=""/>
        <dsp:cNvSpPr/>
      </dsp:nvSpPr>
      <dsp:spPr>
        <a:xfrm>
          <a:off x="47" y="832453"/>
          <a:ext cx="4565774" cy="42273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b="0" i="0" kern="1200" baseline="0"/>
            <a:t>The UK’s independent regulator promoting high-quality corporate governance and reporting.</a:t>
          </a:r>
          <a:endParaRPr lang="en-US" sz="2200" kern="1200"/>
        </a:p>
        <a:p>
          <a:pPr marL="228600" lvl="1" indent="-228600" algn="l" defTabSz="977900">
            <a:lnSpc>
              <a:spcPct val="90000"/>
            </a:lnSpc>
            <a:spcBef>
              <a:spcPct val="0"/>
            </a:spcBef>
            <a:spcAft>
              <a:spcPct val="15000"/>
            </a:spcAft>
            <a:buChar char="•"/>
          </a:pPr>
          <a:r>
            <a:rPr lang="en-US" sz="2200" b="0" i="0" kern="1200" baseline="0"/>
            <a:t>Issues UK versions of </a:t>
          </a:r>
          <a:r>
            <a:rPr lang="en-US" sz="2200" b="1" i="0" kern="1200" baseline="0"/>
            <a:t>International Standards on Auditing</a:t>
          </a:r>
          <a:r>
            <a:rPr lang="en-US" sz="2200" b="0" i="0" kern="1200" baseline="0"/>
            <a:t> and </a:t>
          </a:r>
          <a:r>
            <a:rPr lang="en-US" sz="2200" b="1" i="0" kern="1200" baseline="0"/>
            <a:t>International Financial Reporting Standards</a:t>
          </a:r>
          <a:r>
            <a:rPr lang="en-US" sz="2200" b="0" i="0" kern="1200" baseline="0"/>
            <a:t> (IFRS).</a:t>
          </a:r>
          <a:endParaRPr lang="en-US" sz="2200" kern="1200"/>
        </a:p>
        <a:p>
          <a:pPr marL="228600" lvl="1" indent="-228600" algn="l" defTabSz="977900">
            <a:lnSpc>
              <a:spcPct val="90000"/>
            </a:lnSpc>
            <a:spcBef>
              <a:spcPct val="0"/>
            </a:spcBef>
            <a:spcAft>
              <a:spcPct val="15000"/>
            </a:spcAft>
            <a:buChar char="•"/>
          </a:pPr>
          <a:r>
            <a:rPr lang="en-US" sz="2200" b="0" i="0" kern="1200" baseline="0"/>
            <a:t>Works with the </a:t>
          </a:r>
          <a:r>
            <a:rPr lang="en-US" sz="2200" b="1" i="0" kern="1200" baseline="0"/>
            <a:t>Audit &amp; Assurance Council</a:t>
          </a:r>
          <a:r>
            <a:rPr lang="en-US" sz="2200" b="0" i="0" kern="1200" baseline="0"/>
            <a:t> and </a:t>
          </a:r>
          <a:r>
            <a:rPr lang="en-US" sz="2200" b="1" i="0" kern="1200" baseline="0"/>
            <a:t>Accounting Council</a:t>
          </a:r>
          <a:r>
            <a:rPr lang="en-US" sz="2200" b="0" i="0" kern="1200" baseline="0"/>
            <a:t> to ensure relevant standards.</a:t>
          </a:r>
          <a:endParaRPr lang="en-US" sz="2200" kern="1200"/>
        </a:p>
      </dsp:txBody>
      <dsp:txXfrm>
        <a:off x="47" y="832453"/>
        <a:ext cx="4565774" cy="4227300"/>
      </dsp:txXfrm>
    </dsp:sp>
    <dsp:sp modelId="{22251BF9-A7AA-4B3B-B20F-75F33C14AE2C}">
      <dsp:nvSpPr>
        <dsp:cNvPr id="0" name=""/>
        <dsp:cNvSpPr/>
      </dsp:nvSpPr>
      <dsp:spPr>
        <a:xfrm>
          <a:off x="5205030" y="49764"/>
          <a:ext cx="4565774" cy="782688"/>
        </a:xfrm>
        <a:prstGeom prst="rect">
          <a:avLst/>
        </a:prstGeom>
        <a:solidFill>
          <a:schemeClr val="accent2">
            <a:hueOff val="-1514713"/>
            <a:satOff val="10727"/>
            <a:lumOff val="1567"/>
            <a:alphaOff val="0"/>
          </a:schemeClr>
        </a:solidFill>
        <a:ln w="12700" cap="flat" cmpd="sng" algn="ctr">
          <a:solidFill>
            <a:schemeClr val="accent2">
              <a:hueOff val="-1514713"/>
              <a:satOff val="10727"/>
              <a:lumOff val="156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i="0" kern="1200" baseline="0"/>
            <a:t>The FRC’s Conduct Committee</a:t>
          </a:r>
          <a:r>
            <a:rPr lang="en-US" sz="2200" b="0" i="0" kern="1200" baseline="0"/>
            <a:t>:</a:t>
          </a:r>
          <a:endParaRPr lang="en-US" sz="2200" kern="1200"/>
        </a:p>
      </dsp:txBody>
      <dsp:txXfrm>
        <a:off x="5205030" y="49764"/>
        <a:ext cx="4565774" cy="782688"/>
      </dsp:txXfrm>
    </dsp:sp>
    <dsp:sp modelId="{1FDBF13A-2C40-4A38-8649-93C0FECC90EA}">
      <dsp:nvSpPr>
        <dsp:cNvPr id="0" name=""/>
        <dsp:cNvSpPr/>
      </dsp:nvSpPr>
      <dsp:spPr>
        <a:xfrm>
          <a:off x="5205030" y="832453"/>
          <a:ext cx="4565774" cy="4227300"/>
        </a:xfrm>
        <a:prstGeom prst="rect">
          <a:avLst/>
        </a:prstGeom>
        <a:solidFill>
          <a:schemeClr val="accent2">
            <a:tint val="40000"/>
            <a:alpha val="90000"/>
            <a:hueOff val="-667097"/>
            <a:satOff val="13415"/>
            <a:lumOff val="912"/>
            <a:alphaOff val="0"/>
          </a:schemeClr>
        </a:solidFill>
        <a:ln w="12700" cap="flat" cmpd="sng" algn="ctr">
          <a:solidFill>
            <a:schemeClr val="accent2">
              <a:tint val="40000"/>
              <a:alpha val="90000"/>
              <a:hueOff val="-667097"/>
              <a:satOff val="13415"/>
              <a:lumOff val="9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b="0" i="0" kern="1200" baseline="0"/>
            <a:t>Provides independent oversight of professional disciplinary issues.</a:t>
          </a:r>
          <a:endParaRPr lang="en-US" sz="2200" kern="1200"/>
        </a:p>
        <a:p>
          <a:pPr marL="228600" lvl="1" indent="-228600" algn="l" defTabSz="977900">
            <a:lnSpc>
              <a:spcPct val="90000"/>
            </a:lnSpc>
            <a:spcBef>
              <a:spcPct val="0"/>
            </a:spcBef>
            <a:spcAft>
              <a:spcPct val="15000"/>
            </a:spcAft>
            <a:buChar char="•"/>
          </a:pPr>
          <a:r>
            <a:rPr lang="en-US" sz="2200" b="0" i="0" kern="1200" baseline="0"/>
            <a:t>Oversees the regulation of accountants and actuaries in the UK and the Republic of Ireland</a:t>
          </a:r>
          <a:endParaRPr lang="en-US" sz="2200" kern="1200"/>
        </a:p>
      </dsp:txBody>
      <dsp:txXfrm>
        <a:off x="5205030" y="832453"/>
        <a:ext cx="4565774" cy="42273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83877-5872-4C42-95FE-4B0F632A0102}">
      <dsp:nvSpPr>
        <dsp:cNvPr id="0" name=""/>
        <dsp:cNvSpPr/>
      </dsp:nvSpPr>
      <dsp:spPr>
        <a:xfrm>
          <a:off x="472218" y="880363"/>
          <a:ext cx="771240" cy="7712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BB7289-534A-4A5E-BFC8-62D3C2018487}">
      <dsp:nvSpPr>
        <dsp:cNvPr id="0" name=""/>
        <dsp:cNvSpPr/>
      </dsp:nvSpPr>
      <dsp:spPr>
        <a:xfrm>
          <a:off x="905" y="1938994"/>
          <a:ext cx="1713867" cy="85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Integrity</a:t>
          </a:r>
        </a:p>
      </dsp:txBody>
      <dsp:txXfrm>
        <a:off x="905" y="1938994"/>
        <a:ext cx="1713867" cy="856933"/>
      </dsp:txXfrm>
    </dsp:sp>
    <dsp:sp modelId="{37D2E58D-1B4C-4F7A-A3E9-4D9A856B75D6}">
      <dsp:nvSpPr>
        <dsp:cNvPr id="0" name=""/>
        <dsp:cNvSpPr/>
      </dsp:nvSpPr>
      <dsp:spPr>
        <a:xfrm>
          <a:off x="2486012" y="880363"/>
          <a:ext cx="771240" cy="7712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724AED-0C23-4D1B-9493-6DD29B441BFA}">
      <dsp:nvSpPr>
        <dsp:cNvPr id="0" name=""/>
        <dsp:cNvSpPr/>
      </dsp:nvSpPr>
      <dsp:spPr>
        <a:xfrm>
          <a:off x="2014698" y="1938994"/>
          <a:ext cx="1713867" cy="85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Objectivity</a:t>
          </a:r>
        </a:p>
      </dsp:txBody>
      <dsp:txXfrm>
        <a:off x="2014698" y="1938994"/>
        <a:ext cx="1713867" cy="856933"/>
      </dsp:txXfrm>
    </dsp:sp>
    <dsp:sp modelId="{C05B6B37-47F7-494B-ADAB-CB46CAA3045F}">
      <dsp:nvSpPr>
        <dsp:cNvPr id="0" name=""/>
        <dsp:cNvSpPr/>
      </dsp:nvSpPr>
      <dsp:spPr>
        <a:xfrm>
          <a:off x="4499806" y="880363"/>
          <a:ext cx="771240" cy="7712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274914-2294-4190-BDA9-9F096D566519}">
      <dsp:nvSpPr>
        <dsp:cNvPr id="0" name=""/>
        <dsp:cNvSpPr/>
      </dsp:nvSpPr>
      <dsp:spPr>
        <a:xfrm>
          <a:off x="4028492" y="1938994"/>
          <a:ext cx="1713867" cy="85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Professional competence and due care </a:t>
          </a:r>
        </a:p>
      </dsp:txBody>
      <dsp:txXfrm>
        <a:off x="4028492" y="1938994"/>
        <a:ext cx="1713867" cy="856933"/>
      </dsp:txXfrm>
    </dsp:sp>
    <dsp:sp modelId="{0BC9E224-16C9-43E9-9C0E-32B2D4D5926B}">
      <dsp:nvSpPr>
        <dsp:cNvPr id="0" name=""/>
        <dsp:cNvSpPr/>
      </dsp:nvSpPr>
      <dsp:spPr>
        <a:xfrm>
          <a:off x="6513600" y="880363"/>
          <a:ext cx="771240" cy="7712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8836BD-964E-4930-A3FF-6134241FF482}">
      <dsp:nvSpPr>
        <dsp:cNvPr id="0" name=""/>
        <dsp:cNvSpPr/>
      </dsp:nvSpPr>
      <dsp:spPr>
        <a:xfrm>
          <a:off x="6042286" y="1938994"/>
          <a:ext cx="1713867" cy="85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Confidentiality </a:t>
          </a:r>
        </a:p>
      </dsp:txBody>
      <dsp:txXfrm>
        <a:off x="6042286" y="1938994"/>
        <a:ext cx="1713867" cy="856933"/>
      </dsp:txXfrm>
    </dsp:sp>
    <dsp:sp modelId="{D90E1928-C758-4282-B329-FDEC4E369EF0}">
      <dsp:nvSpPr>
        <dsp:cNvPr id="0" name=""/>
        <dsp:cNvSpPr/>
      </dsp:nvSpPr>
      <dsp:spPr>
        <a:xfrm>
          <a:off x="8527394" y="880363"/>
          <a:ext cx="771240" cy="77124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EE8A99-8327-4B18-9320-BA8F9645240E}">
      <dsp:nvSpPr>
        <dsp:cNvPr id="0" name=""/>
        <dsp:cNvSpPr/>
      </dsp:nvSpPr>
      <dsp:spPr>
        <a:xfrm>
          <a:off x="8056080" y="1938994"/>
          <a:ext cx="1713867" cy="85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Professional behaviour</a:t>
          </a:r>
        </a:p>
      </dsp:txBody>
      <dsp:txXfrm>
        <a:off x="8056080" y="1938994"/>
        <a:ext cx="1713867" cy="8569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17DF9-0059-45AE-AFA5-A222BBA89694}">
      <dsp:nvSpPr>
        <dsp:cNvPr id="0" name=""/>
        <dsp:cNvSpPr/>
      </dsp:nvSpPr>
      <dsp:spPr>
        <a:xfrm>
          <a:off x="0" y="886166"/>
          <a:ext cx="5410200" cy="16359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335ACF-CF03-4B82-9C68-D61F055AD2D5}">
      <dsp:nvSpPr>
        <dsp:cNvPr id="0" name=""/>
        <dsp:cNvSpPr/>
      </dsp:nvSpPr>
      <dsp:spPr>
        <a:xfrm>
          <a:off x="494889" y="1254266"/>
          <a:ext cx="899799" cy="8997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9ED3A2-6294-46C5-BA58-49547B4FEDA8}">
      <dsp:nvSpPr>
        <dsp:cNvPr id="0" name=""/>
        <dsp:cNvSpPr/>
      </dsp:nvSpPr>
      <dsp:spPr>
        <a:xfrm>
          <a:off x="1889579" y="886166"/>
          <a:ext cx="3520620" cy="1635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143" tIns="173143" rIns="173143" bIns="173143" numCol="1" spcCol="1270" anchor="ctr" anchorCtr="0">
          <a:noAutofit/>
        </a:bodyPr>
        <a:lstStyle/>
        <a:p>
          <a:pPr marL="0" lvl="0" indent="0" algn="l" defTabSz="1111250">
            <a:lnSpc>
              <a:spcPct val="100000"/>
            </a:lnSpc>
            <a:spcBef>
              <a:spcPct val="0"/>
            </a:spcBef>
            <a:spcAft>
              <a:spcPct val="35000"/>
            </a:spcAft>
            <a:buNone/>
          </a:pPr>
          <a:r>
            <a:rPr lang="en-US" sz="2500" kern="1200" dirty="0"/>
            <a:t>a rules-based approach</a:t>
          </a:r>
        </a:p>
      </dsp:txBody>
      <dsp:txXfrm>
        <a:off x="1889579" y="886166"/>
        <a:ext cx="3520620" cy="1635999"/>
      </dsp:txXfrm>
    </dsp:sp>
    <dsp:sp modelId="{046F08F4-635F-40C3-A991-8DF8733A3439}">
      <dsp:nvSpPr>
        <dsp:cNvPr id="0" name=""/>
        <dsp:cNvSpPr/>
      </dsp:nvSpPr>
      <dsp:spPr>
        <a:xfrm>
          <a:off x="0" y="2931165"/>
          <a:ext cx="5410200" cy="16359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866A8-3F1F-4FD9-8FA5-5879FE0AE513}">
      <dsp:nvSpPr>
        <dsp:cNvPr id="0" name=""/>
        <dsp:cNvSpPr/>
      </dsp:nvSpPr>
      <dsp:spPr>
        <a:xfrm>
          <a:off x="494889" y="3299265"/>
          <a:ext cx="899799" cy="8997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C388AE-F46E-40AD-BF0A-E2C37BEAA7FF}">
      <dsp:nvSpPr>
        <dsp:cNvPr id="0" name=""/>
        <dsp:cNvSpPr/>
      </dsp:nvSpPr>
      <dsp:spPr>
        <a:xfrm>
          <a:off x="1889579" y="2931165"/>
          <a:ext cx="3520620" cy="1635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143" tIns="173143" rIns="173143" bIns="173143" numCol="1" spcCol="1270" anchor="ctr" anchorCtr="0">
          <a:noAutofit/>
        </a:bodyPr>
        <a:lstStyle/>
        <a:p>
          <a:pPr marL="0" lvl="0" indent="0" algn="l" defTabSz="1111250">
            <a:lnSpc>
              <a:spcPct val="100000"/>
            </a:lnSpc>
            <a:spcBef>
              <a:spcPct val="0"/>
            </a:spcBef>
            <a:spcAft>
              <a:spcPct val="35000"/>
            </a:spcAft>
            <a:buNone/>
          </a:pPr>
          <a:r>
            <a:rPr lang="en-US" sz="2500" kern="1200"/>
            <a:t>a framework approach. </a:t>
          </a:r>
          <a:endParaRPr lang="en-US" sz="2500" kern="1200" dirty="0"/>
        </a:p>
      </dsp:txBody>
      <dsp:txXfrm>
        <a:off x="1889579" y="2931165"/>
        <a:ext cx="3520620" cy="163599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2F1C56-8A72-4858-851C-F15B634C74F2}"/>
              </a:ext>
            </a:extLst>
          </p:cNvPr>
          <p:cNvSpPr>
            <a:spLocks noGrp="1"/>
          </p:cNvSpPr>
          <p:nvPr>
            <p:ph type="ctrTitle"/>
          </p:nvPr>
        </p:nvSpPr>
        <p:spPr>
          <a:xfrm>
            <a:off x="1485900" y="1122362"/>
            <a:ext cx="8609322" cy="3744209"/>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3C1834EB-45A5-426C-824A-8F07CA8F6DBE}"/>
              </a:ext>
            </a:extLst>
          </p:cNvPr>
          <p:cNvSpPr>
            <a:spLocks noGrp="1"/>
          </p:cNvSpPr>
          <p:nvPr>
            <p:ph type="subTitle" idx="1"/>
          </p:nvPr>
        </p:nvSpPr>
        <p:spPr>
          <a:xfrm>
            <a:off x="1485900" y="5230134"/>
            <a:ext cx="4610100" cy="942065"/>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293D55F2-5374-4778-B1EE-98996792D07B}"/>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944044F8-E727-4D63-B6D6-26482F83D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6141F76-D956-4205-AD99-E91FD5FCC027}"/>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3378239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911A1B-E09A-4F93-BC68-B160114AFCE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xmlns="" id="{0CC8C4A9-27ED-4E86-A256-5009E31342B6}"/>
              </a:ext>
            </a:extLst>
          </p:cNvPr>
          <p:cNvSpPr>
            <a:spLocks noGrp="1"/>
          </p:cNvSpPr>
          <p:nvPr>
            <p:ph idx="1"/>
          </p:nvPr>
        </p:nvSpPr>
        <p:spPr/>
        <p:txBody>
          <a:bodyPr/>
          <a:lstStyle>
            <a:lvl1pPr>
              <a:lnSpc>
                <a:spcPct val="120000"/>
              </a:lnSpc>
              <a:defRPr/>
            </a:lvl1pPr>
            <a:lvl2pPr>
              <a:lnSpc>
                <a:spcPct val="120000"/>
              </a:lnSpc>
              <a:defRPr/>
            </a:lvl2pPr>
            <a:lvl3pPr>
              <a:lnSpc>
                <a:spcPct val="120000"/>
              </a:lnSpc>
              <a:defRPr sz="1400"/>
            </a:lvl3pPr>
            <a:lvl4pPr>
              <a:lnSpc>
                <a:spcPct val="120000"/>
              </a:lnSpc>
              <a:defRPr sz="1200"/>
            </a:lvl4pPr>
            <a:lvl5pPr>
              <a:lnSpc>
                <a:spcPct val="12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385CF91C-8771-4949-A397-928A5743EBC7}"/>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013EA0ED-4961-4254-B34E-71D14C4E0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2497152-BD97-4A72-8B07-CD2BC57B84F6}"/>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1822030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B4EAF4-C10D-4650-9587-15DA8E9F9C08}"/>
              </a:ext>
            </a:extLst>
          </p:cNvPr>
          <p:cNvSpPr>
            <a:spLocks noGrp="1"/>
          </p:cNvSpPr>
          <p:nvPr>
            <p:ph type="title"/>
          </p:nvPr>
        </p:nvSpPr>
        <p:spPr>
          <a:xfrm>
            <a:off x="1219200" y="1368862"/>
            <a:ext cx="9486900" cy="3679656"/>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xmlns="" id="{BBA1D5C2-6E93-4B23-A0CA-D5D7E735C718}"/>
              </a:ext>
            </a:extLst>
          </p:cNvPr>
          <p:cNvSpPr>
            <a:spLocks noGrp="1"/>
          </p:cNvSpPr>
          <p:nvPr>
            <p:ph type="body" idx="1"/>
          </p:nvPr>
        </p:nvSpPr>
        <p:spPr>
          <a:xfrm>
            <a:off x="1219200" y="5318974"/>
            <a:ext cx="9486900" cy="8532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xmlns="" id="{DE815BFB-5D28-4ABE-AD37-0C6C3FD949FE}"/>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65A4035B-0539-4A03-87C0-22E52C98B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4327ADF-48C9-49CF-BD4D-82399BF64AD3}"/>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327606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91A2FB-0310-4935-B7F7-E47876CD4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A987C14-52AB-4AAC-9038-29CF58EA6EA8}"/>
              </a:ext>
            </a:extLst>
          </p:cNvPr>
          <p:cNvSpPr>
            <a:spLocks noGrp="1"/>
          </p:cNvSpPr>
          <p:nvPr>
            <p:ph sz="half" idx="1"/>
          </p:nvPr>
        </p:nvSpPr>
        <p:spPr>
          <a:xfrm>
            <a:off x="1219200" y="2168278"/>
            <a:ext cx="4702921"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ECB2E45A-DCC0-4701-9D67-EF56AECE3432}"/>
              </a:ext>
            </a:extLst>
          </p:cNvPr>
          <p:cNvSpPr>
            <a:spLocks noGrp="1"/>
          </p:cNvSpPr>
          <p:nvPr>
            <p:ph sz="half" idx="2"/>
          </p:nvPr>
        </p:nvSpPr>
        <p:spPr>
          <a:xfrm>
            <a:off x="6269880" y="2168278"/>
            <a:ext cx="4782699"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11AF0813-A167-4D17-AA79-07BD9765FE0D}"/>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6" name="Footer Placeholder 5">
            <a:extLst>
              <a:ext uri="{FF2B5EF4-FFF2-40B4-BE49-F238E27FC236}">
                <a16:creationId xmlns:a16="http://schemas.microsoft.com/office/drawing/2014/main" xmlns="" id="{40A940D7-D4C1-4C24-95F3-29A849CEE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7949AB7-007E-4D4D-A2C1-2C5C3310C0B6}"/>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254686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2B0184-BDFD-48DE-B858-B81887BFD302}"/>
              </a:ext>
            </a:extLst>
          </p:cNvPr>
          <p:cNvSpPr>
            <a:spLocks noGrp="1"/>
          </p:cNvSpPr>
          <p:nvPr>
            <p:ph type="title"/>
          </p:nvPr>
        </p:nvSpPr>
        <p:spPr>
          <a:xfrm>
            <a:off x="1219200" y="365125"/>
            <a:ext cx="9753599" cy="15779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1724FEB2-6EEC-49D4-9466-0F7A6EDB0CB6}"/>
              </a:ext>
            </a:extLst>
          </p:cNvPr>
          <p:cNvSpPr>
            <a:spLocks noGrp="1"/>
          </p:cNvSpPr>
          <p:nvPr>
            <p:ph type="body" idx="1"/>
          </p:nvPr>
        </p:nvSpPr>
        <p:spPr>
          <a:xfrm>
            <a:off x="1219201" y="2109789"/>
            <a:ext cx="4507931"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xmlns="" id="{CBDE8CF0-BAB6-4BF2-836F-FED0AF88A8AA}"/>
              </a:ext>
            </a:extLst>
          </p:cNvPr>
          <p:cNvSpPr>
            <a:spLocks noGrp="1"/>
          </p:cNvSpPr>
          <p:nvPr>
            <p:ph sz="half" idx="2"/>
          </p:nvPr>
        </p:nvSpPr>
        <p:spPr>
          <a:xfrm>
            <a:off x="1219201" y="3063530"/>
            <a:ext cx="4507930"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5F0751AB-FCF0-450B-A6DF-9B9A2AD2C24A}"/>
              </a:ext>
            </a:extLst>
          </p:cNvPr>
          <p:cNvSpPr>
            <a:spLocks noGrp="1"/>
          </p:cNvSpPr>
          <p:nvPr>
            <p:ph type="body" sz="quarter" idx="3"/>
          </p:nvPr>
        </p:nvSpPr>
        <p:spPr>
          <a:xfrm>
            <a:off x="6464867" y="2109789"/>
            <a:ext cx="4507932"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7D3898E7-3130-4CE6-AA11-C9CC8214EA1D}"/>
              </a:ext>
            </a:extLst>
          </p:cNvPr>
          <p:cNvSpPr>
            <a:spLocks noGrp="1"/>
          </p:cNvSpPr>
          <p:nvPr>
            <p:ph sz="quarter" idx="4"/>
          </p:nvPr>
        </p:nvSpPr>
        <p:spPr>
          <a:xfrm>
            <a:off x="6464867" y="3063530"/>
            <a:ext cx="4507932"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5D85675-9678-4CB3-9AAB-D727D2B58E7A}"/>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8" name="Footer Placeholder 7">
            <a:extLst>
              <a:ext uri="{FF2B5EF4-FFF2-40B4-BE49-F238E27FC236}">
                <a16:creationId xmlns:a16="http://schemas.microsoft.com/office/drawing/2014/main" xmlns="" id="{445F8314-1849-461A-AAF2-BF149646D5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8B69738E-5865-473C-BAFB-BDB385C06931}"/>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705322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97AC40-59FF-4CE3-B49C-C824A784C5F7}"/>
              </a:ext>
            </a:extLst>
          </p:cNvPr>
          <p:cNvSpPr>
            <a:spLocks noGrp="1"/>
          </p:cNvSpPr>
          <p:nvPr>
            <p:ph type="title"/>
          </p:nvPr>
        </p:nvSpPr>
        <p:spPr>
          <a:xfrm>
            <a:off x="1219200" y="365125"/>
            <a:ext cx="9493249" cy="1577975"/>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xmlns="" id="{F92FAB63-E9CE-4359-A54B-07AC7E9BBAE3}"/>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4" name="Footer Placeholder 3">
            <a:extLst>
              <a:ext uri="{FF2B5EF4-FFF2-40B4-BE49-F238E27FC236}">
                <a16:creationId xmlns:a16="http://schemas.microsoft.com/office/drawing/2014/main" xmlns="" id="{C7939854-5165-4C41-8DCA-D42DFD7D90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0F1768E0-4535-4B0D-8B94-4C10740B0A6B}"/>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3566386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84678E3-D115-4E49-9ECB-656CF2319E94}"/>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3" name="Footer Placeholder 2">
            <a:extLst>
              <a:ext uri="{FF2B5EF4-FFF2-40B4-BE49-F238E27FC236}">
                <a16:creationId xmlns:a16="http://schemas.microsoft.com/office/drawing/2014/main" xmlns="" id="{E521E6FC-7F84-4673-81D6-B85FE26DA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A480318A-245C-4841-AB57-CEC5CC124D02}"/>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3524376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0F847B-9D86-47FF-B24A-EEA5F73EA144}"/>
              </a:ext>
            </a:extLst>
          </p:cNvPr>
          <p:cNvSpPr>
            <a:spLocks noGrp="1"/>
          </p:cNvSpPr>
          <p:nvPr>
            <p:ph type="title"/>
          </p:nvPr>
        </p:nvSpPr>
        <p:spPr>
          <a:xfrm>
            <a:off x="1219200" y="457200"/>
            <a:ext cx="3776472" cy="2852928"/>
          </a:xfrm>
        </p:spPr>
        <p:txBody>
          <a:bodyPr anchor="b">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xmlns="" id="{ADAC0675-AD2F-44DC-8FF3-4454258A5908}"/>
              </a:ext>
            </a:extLst>
          </p:cNvPr>
          <p:cNvSpPr>
            <a:spLocks noGrp="1"/>
          </p:cNvSpPr>
          <p:nvPr>
            <p:ph idx="1"/>
          </p:nvPr>
        </p:nvSpPr>
        <p:spPr>
          <a:xfrm>
            <a:off x="5557582" y="987425"/>
            <a:ext cx="5948618"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E1D96356-C0F0-4C22-B9B6-C7E0BE4F3702}"/>
              </a:ext>
            </a:extLst>
          </p:cNvPr>
          <p:cNvSpPr>
            <a:spLocks noGrp="1"/>
          </p:cNvSpPr>
          <p:nvPr>
            <p:ph type="body" sz="half" idx="2"/>
          </p:nvPr>
        </p:nvSpPr>
        <p:spPr>
          <a:xfrm>
            <a:off x="1219200" y="3484210"/>
            <a:ext cx="3768934" cy="23847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AF3EFD71-2ACA-4041-9EA2-86E7B81C314D}"/>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6" name="Footer Placeholder 5">
            <a:extLst>
              <a:ext uri="{FF2B5EF4-FFF2-40B4-BE49-F238E27FC236}">
                <a16:creationId xmlns:a16="http://schemas.microsoft.com/office/drawing/2014/main" xmlns="" id="{14ECACE3-32A8-4245-97AC-5797C147E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4D63845-314D-499C-BB75-CE9162BE6EEB}"/>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99739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66D3DB-B1F8-4892-96F7-0BE21DE637CD}"/>
              </a:ext>
            </a:extLst>
          </p:cNvPr>
          <p:cNvSpPr>
            <a:spLocks noGrp="1"/>
          </p:cNvSpPr>
          <p:nvPr>
            <p:ph type="title"/>
          </p:nvPr>
        </p:nvSpPr>
        <p:spPr>
          <a:xfrm>
            <a:off x="1219200" y="457200"/>
            <a:ext cx="3932349" cy="2852670"/>
          </a:xfrm>
        </p:spPr>
        <p:txBody>
          <a:bodyPr anchor="b">
            <a:noAutofit/>
          </a:bodyPr>
          <a:lstStyle>
            <a:lvl1pPr>
              <a:defRPr sz="4000"/>
            </a:lvl1pPr>
          </a:lstStyle>
          <a:p>
            <a:r>
              <a:rPr lang="en-US" dirty="0"/>
              <a:t>Click to edit Master title style</a:t>
            </a:r>
          </a:p>
        </p:txBody>
      </p:sp>
      <p:sp>
        <p:nvSpPr>
          <p:cNvPr id="3" name="Picture Placeholder 2">
            <a:extLst>
              <a:ext uri="{FF2B5EF4-FFF2-40B4-BE49-F238E27FC236}">
                <a16:creationId xmlns:a16="http://schemas.microsoft.com/office/drawing/2014/main" xmlns="" id="{A40AB405-B2E9-4C4B-930C-CF1B63342F1D}"/>
              </a:ext>
            </a:extLst>
          </p:cNvPr>
          <p:cNvSpPr>
            <a:spLocks noGrp="1"/>
          </p:cNvSpPr>
          <p:nvPr>
            <p:ph type="pic" idx="1"/>
          </p:nvPr>
        </p:nvSpPr>
        <p:spPr>
          <a:xfrm>
            <a:off x="5674810" y="657055"/>
            <a:ext cx="5831389" cy="55151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F8AF82ED-5295-4670-A3A8-B7813FF4713F}"/>
              </a:ext>
            </a:extLst>
          </p:cNvPr>
          <p:cNvSpPr>
            <a:spLocks noGrp="1"/>
          </p:cNvSpPr>
          <p:nvPr>
            <p:ph type="body" sz="half" idx="2"/>
          </p:nvPr>
        </p:nvSpPr>
        <p:spPr>
          <a:xfrm>
            <a:off x="1219199" y="3484210"/>
            <a:ext cx="3768934" cy="2376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EF8BCDD2-4389-41FA-BE68-6805E3290FCE}"/>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6" name="Footer Placeholder 5">
            <a:extLst>
              <a:ext uri="{FF2B5EF4-FFF2-40B4-BE49-F238E27FC236}">
                <a16:creationId xmlns:a16="http://schemas.microsoft.com/office/drawing/2014/main" xmlns="" id="{33C1D4C8-D966-41BE-B38F-54B9134FF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3A7339F-1169-4FB1-8FAA-781335ECB2AB}"/>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372611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CA6D4F-1C6D-40FB-9A92-C86C4E15C0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B67BDDB-F95B-4041-AA53-71BBCB26D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5977052-C8EA-459E-9E10-8EE28C50E166}"/>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1F3E6650-E3AD-4C98-88FE-F5152966F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354FED5-B228-4E3C-BFEE-0BC47D950694}"/>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44021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B0A243A-5463-4C65-85DA-03BECDAE63E2}"/>
              </a:ext>
            </a:extLst>
          </p:cNvPr>
          <p:cNvSpPr>
            <a:spLocks noGrp="1"/>
          </p:cNvSpPr>
          <p:nvPr>
            <p:ph type="title" orient="vert"/>
          </p:nvPr>
        </p:nvSpPr>
        <p:spPr>
          <a:xfrm>
            <a:off x="8831898" y="897973"/>
            <a:ext cx="2674301" cy="527898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xmlns="" id="{9E10153C-6948-4108-8FF1-033F66D4CABA}"/>
              </a:ext>
            </a:extLst>
          </p:cNvPr>
          <p:cNvSpPr>
            <a:spLocks noGrp="1"/>
          </p:cNvSpPr>
          <p:nvPr>
            <p:ph type="body" orient="vert" idx="1"/>
          </p:nvPr>
        </p:nvSpPr>
        <p:spPr>
          <a:xfrm>
            <a:off x="838200" y="854169"/>
            <a:ext cx="7734300" cy="532279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79345988-B24C-46FE-87B0-55D4FB7CBC42}"/>
              </a:ext>
            </a:extLst>
          </p:cNvPr>
          <p:cNvSpPr>
            <a:spLocks noGrp="1"/>
          </p:cNvSpPr>
          <p:nvPr>
            <p:ph type="dt" sz="half" idx="10"/>
          </p:nvPr>
        </p:nvSpPr>
        <p:spPr/>
        <p:txBody>
          <a:body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493AB2DB-BD1F-41F7-AC5E-57249C270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081E3DB-BDAB-40CA-ABA3-A3662C06881F}"/>
              </a:ext>
            </a:extLst>
          </p:cNvPr>
          <p:cNvSpPr>
            <a:spLocks noGrp="1"/>
          </p:cNvSpPr>
          <p:nvPr>
            <p:ph type="sldNum" sz="quarter" idx="12"/>
          </p:nvPr>
        </p:nvSpPr>
        <p:spPr/>
        <p:txBody>
          <a:bodyPr/>
          <a:lstStyle/>
          <a:p>
            <a:fld id="{1CF2D47E-0AF1-4C27-801F-64E3E5BF7F72}" type="slidenum">
              <a:rPr lang="en-US" smtClean="0"/>
              <a:pPr/>
              <a:t>‹#›</a:t>
            </a:fld>
            <a:endParaRPr lang="en-US"/>
          </a:p>
        </p:txBody>
      </p:sp>
    </p:spTree>
    <p:extLst>
      <p:ext uri="{BB962C8B-B14F-4D97-AF65-F5344CB8AC3E}">
        <p14:creationId xmlns:p14="http://schemas.microsoft.com/office/powerpoint/2010/main" xmlns="" val="1740284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2104591-A10E-46C3-952B-F25DCBDAD1BC}"/>
              </a:ext>
            </a:extLst>
          </p:cNvPr>
          <p:cNvSpPr>
            <a:spLocks noGrp="1"/>
          </p:cNvSpPr>
          <p:nvPr>
            <p:ph type="title"/>
          </p:nvPr>
        </p:nvSpPr>
        <p:spPr>
          <a:xfrm>
            <a:off x="1219200" y="365125"/>
            <a:ext cx="9493249" cy="157797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E1F77F62-7300-4B81-8F9B-D040A0EE1797}"/>
              </a:ext>
            </a:extLst>
          </p:cNvPr>
          <p:cNvSpPr>
            <a:spLocks noGrp="1"/>
          </p:cNvSpPr>
          <p:nvPr>
            <p:ph type="body" idx="1"/>
          </p:nvPr>
        </p:nvSpPr>
        <p:spPr>
          <a:xfrm>
            <a:off x="1219200" y="2318032"/>
            <a:ext cx="9493250" cy="38541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B6252CF0-2C7E-4A4C-BD7E-B7CEFF0DC458}"/>
              </a:ext>
            </a:extLst>
          </p:cNvPr>
          <p:cNvSpPr>
            <a:spLocks noGrp="1"/>
          </p:cNvSpPr>
          <p:nvPr>
            <p:ph type="dt" sz="half" idx="2"/>
          </p:nvPr>
        </p:nvSpPr>
        <p:spPr>
          <a:xfrm rot="16200000">
            <a:off x="-1029207" y="4680813"/>
            <a:ext cx="2758330" cy="365125"/>
          </a:xfrm>
          <a:prstGeom prst="rect">
            <a:avLst/>
          </a:prstGeom>
        </p:spPr>
        <p:txBody>
          <a:bodyPr vert="horz" lIns="91440" tIns="45720" rIns="91440" bIns="45720" rtlCol="0" anchor="ctr"/>
          <a:lstStyle>
            <a:lvl1pPr algn="l">
              <a:defRPr sz="1100">
                <a:solidFill>
                  <a:schemeClr val="tx1"/>
                </a:solidFill>
              </a:defRPr>
            </a:lvl1pPr>
          </a:lstStyle>
          <a:p>
            <a:fld id="{8C1E1FAD-7351-4908-963A-08EA8E4AB7A0}" type="datetimeFigureOut">
              <a:rPr lang="en-US" smtClean="0"/>
              <a:pPr/>
              <a:t>2/17/2025</a:t>
            </a:fld>
            <a:endParaRPr lang="en-US"/>
          </a:p>
        </p:txBody>
      </p:sp>
      <p:sp>
        <p:nvSpPr>
          <p:cNvPr id="5" name="Footer Placeholder 4">
            <a:extLst>
              <a:ext uri="{FF2B5EF4-FFF2-40B4-BE49-F238E27FC236}">
                <a16:creationId xmlns:a16="http://schemas.microsoft.com/office/drawing/2014/main" xmlns="" id="{D2B49E98-61B4-4398-B18F-534336EA1747}"/>
              </a:ext>
            </a:extLst>
          </p:cNvPr>
          <p:cNvSpPr>
            <a:spLocks noGrp="1"/>
          </p:cNvSpPr>
          <p:nvPr>
            <p:ph type="ftr" sz="quarter" idx="3"/>
          </p:nvPr>
        </p:nvSpPr>
        <p:spPr>
          <a:xfrm>
            <a:off x="661112" y="6356350"/>
            <a:ext cx="5509684" cy="365125"/>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6" name="Slide Number Placeholder 5">
            <a:extLst>
              <a:ext uri="{FF2B5EF4-FFF2-40B4-BE49-F238E27FC236}">
                <a16:creationId xmlns:a16="http://schemas.microsoft.com/office/drawing/2014/main" xmlns="" id="{A676DC5D-5820-4314-ADE6-9CD1C7D4AB68}"/>
              </a:ext>
            </a:extLst>
          </p:cNvPr>
          <p:cNvSpPr>
            <a:spLocks noGrp="1"/>
          </p:cNvSpPr>
          <p:nvPr>
            <p:ph type="sldNum" sz="quarter" idx="4"/>
          </p:nvPr>
        </p:nvSpPr>
        <p:spPr>
          <a:xfrm>
            <a:off x="10905482" y="6356350"/>
            <a:ext cx="1112082" cy="365125"/>
          </a:xfrm>
          <a:prstGeom prst="rect">
            <a:avLst/>
          </a:prstGeom>
        </p:spPr>
        <p:txBody>
          <a:bodyPr vert="horz" lIns="91440" tIns="45720" rIns="91440" bIns="45720" rtlCol="0" anchor="ctr"/>
          <a:lstStyle>
            <a:lvl1pPr algn="r">
              <a:defRPr sz="1100">
                <a:solidFill>
                  <a:schemeClr val="tx1"/>
                </a:solidFill>
              </a:defRPr>
            </a:lvl1pPr>
          </a:lstStyle>
          <a:p>
            <a:fld id="{1CF2D47E-0AF1-4C27-801F-64E3E5BF7F72}" type="slidenum">
              <a:rPr lang="en-US" smtClean="0"/>
              <a:pPr/>
              <a:t>‹#›</a:t>
            </a:fld>
            <a:endParaRPr lang="en-US"/>
          </a:p>
        </p:txBody>
      </p:sp>
      <p:grpSp>
        <p:nvGrpSpPr>
          <p:cNvPr id="7" name="Group 6">
            <a:extLst>
              <a:ext uri="{FF2B5EF4-FFF2-40B4-BE49-F238E27FC236}">
                <a16:creationId xmlns:a16="http://schemas.microsoft.com/office/drawing/2014/main" xmlns="" id="{23F5135F-115E-423C-BE4A-B56C35DC9F3E}"/>
              </a:ext>
            </a:extLst>
          </p:cNvPr>
          <p:cNvGrpSpPr/>
          <p:nvPr/>
        </p:nvGrpSpPr>
        <p:grpSpPr>
          <a:xfrm>
            <a:off x="174436" y="6356005"/>
            <a:ext cx="358083" cy="358083"/>
            <a:chOff x="4135740" y="1745599"/>
            <a:chExt cx="558732" cy="558732"/>
          </a:xfrm>
        </p:grpSpPr>
        <p:grpSp>
          <p:nvGrpSpPr>
            <p:cNvPr id="8" name="Group 7">
              <a:extLst>
                <a:ext uri="{FF2B5EF4-FFF2-40B4-BE49-F238E27FC236}">
                  <a16:creationId xmlns:a16="http://schemas.microsoft.com/office/drawing/2014/main" xmlns="" id="{82C1E318-0F1F-4920-8C7D-FBAC66631B54}"/>
                </a:ext>
              </a:extLst>
            </p:cNvPr>
            <p:cNvGrpSpPr/>
            <p:nvPr/>
          </p:nvGrpSpPr>
          <p:grpSpPr>
            <a:xfrm>
              <a:off x="4135740" y="1745599"/>
              <a:ext cx="558732" cy="558732"/>
              <a:chOff x="1028007" y="1706560"/>
              <a:chExt cx="575710" cy="575710"/>
            </a:xfrm>
          </p:grpSpPr>
          <p:cxnSp>
            <p:nvCxnSpPr>
              <p:cNvPr id="10" name="Straight Connector 9">
                <a:extLst>
                  <a:ext uri="{FF2B5EF4-FFF2-40B4-BE49-F238E27FC236}">
                    <a16:creationId xmlns:a16="http://schemas.microsoft.com/office/drawing/2014/main" xmlns="" id="{DE4A7237-B6EB-4FB7-8B68-7C27438D477D}"/>
                  </a:ext>
                </a:extLst>
              </p:cNvPr>
              <p:cNvCxnSpPr>
                <a:cxnSpLocks/>
              </p:cNvCxnSpPr>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84E00FDE-0838-4B5B-A782-6B6C92DB0A89}"/>
                  </a:ext>
                </a:extLst>
              </p:cNvPr>
              <p:cNvCxnSpPr>
                <a:cxnSpLocks/>
              </p:cNvCxnSpPr>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xmlns="" id="{2BC1B2F3-8E83-4A70-B103-979C67EECED1}"/>
                </a:ext>
              </a:extLst>
            </p:cNvPr>
            <p:cNvSpPr/>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55309221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5" r:id="rId6"/>
    <p:sldLayoutId id="2147483730" r:id="rId7"/>
    <p:sldLayoutId id="2147483731" r:id="rId8"/>
    <p:sldLayoutId id="2147483732" r:id="rId9"/>
    <p:sldLayoutId id="2147483734" r:id="rId10"/>
    <p:sldLayoutId id="2147483733" r:id="rId11"/>
  </p:sldLayoutIdLst>
  <p:txStyles>
    <p:titleStyle>
      <a:lvl1pPr algn="l" defTabSz="914400" rtl="0" eaLnBrk="1" latinLnBrk="0" hangingPunct="1">
        <a:lnSpc>
          <a:spcPct val="120000"/>
        </a:lnSpc>
        <a:spcBef>
          <a:spcPct val="0"/>
        </a:spcBef>
        <a:buNone/>
        <a:defRPr sz="4000" i="1" kern="1200">
          <a:solidFill>
            <a:srgbClr val="000000"/>
          </a:solidFill>
          <a:highlight>
            <a:srgbClr val="FFFF00"/>
          </a:highligh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Consolas" panose="020B0609020204030204" pitchFamily="49" charset="0"/>
        <a:buChar char="+"/>
        <a:defRPr sz="1400" kern="1200">
          <a:solidFill>
            <a:schemeClr val="tx1"/>
          </a:solidFill>
          <a:latin typeface="+mn-lt"/>
          <a:ea typeface="+mn-ea"/>
          <a:cs typeface="+mn-cs"/>
        </a:defRPr>
      </a:lvl2pPr>
      <a:lvl3pPr marL="64008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22960" indent="-228600" algn="l" defTabSz="914400" rtl="0" eaLnBrk="1" latinLnBrk="0" hangingPunct="1">
        <a:lnSpc>
          <a:spcPct val="120000"/>
        </a:lnSpc>
        <a:spcBef>
          <a:spcPts val="500"/>
        </a:spcBef>
        <a:buFont typeface="Consolas" panose="020B0609020204030204" pitchFamily="49" charset="0"/>
        <a:buChar char="+"/>
        <a:defRPr sz="1200" kern="1200">
          <a:solidFill>
            <a:schemeClr val="tx1"/>
          </a:solidFill>
          <a:latin typeface="+mn-lt"/>
          <a:ea typeface="+mn-ea"/>
          <a:cs typeface="+mn-cs"/>
        </a:defRPr>
      </a:lvl4pPr>
      <a:lvl5pPr marL="100584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6D901597-12EB-45F9-BB71-F4A2E9CD29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B8A06957-B519-4112-A297-4689EAE57F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03278" y="1"/>
            <a:ext cx="8015617" cy="6292303"/>
          </a:xfrm>
          <a:custGeom>
            <a:avLst/>
            <a:gdLst>
              <a:gd name="connsiteX0" fmla="*/ 5149574 w 8015617"/>
              <a:gd name="connsiteY0" fmla="*/ 0 h 6292303"/>
              <a:gd name="connsiteX1" fmla="*/ 7673124 w 8015617"/>
              <a:gd name="connsiteY1" fmla="*/ 0 h 6292303"/>
              <a:gd name="connsiteX2" fmla="*/ 8015617 w 8015617"/>
              <a:gd name="connsiteY2" fmla="*/ 5843045 h 6292303"/>
              <a:gd name="connsiteX3" fmla="*/ 351134 w 8015617"/>
              <a:gd name="connsiteY3" fmla="*/ 6292303 h 6292303"/>
              <a:gd name="connsiteX4" fmla="*/ 0 w 8015617"/>
              <a:gd name="connsiteY4" fmla="*/ 301845 h 6292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5617" h="6292303">
                <a:moveTo>
                  <a:pt x="5149574" y="0"/>
                </a:moveTo>
                <a:lnTo>
                  <a:pt x="7673124" y="0"/>
                </a:lnTo>
                <a:lnTo>
                  <a:pt x="8015617" y="5843045"/>
                </a:lnTo>
                <a:lnTo>
                  <a:pt x="351134" y="6292303"/>
                </a:lnTo>
                <a:lnTo>
                  <a:pt x="0" y="301845"/>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4887703D-59A7-4805-B57F-99173594EE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53682" y="0"/>
            <a:ext cx="7721297" cy="6137534"/>
          </a:xfrm>
          <a:custGeom>
            <a:avLst/>
            <a:gdLst>
              <a:gd name="connsiteX0" fmla="*/ 6989390 w 7721297"/>
              <a:gd name="connsiteY0" fmla="*/ 0 h 6137534"/>
              <a:gd name="connsiteX1" fmla="*/ 7385409 w 7721297"/>
              <a:gd name="connsiteY1" fmla="*/ 0 h 6137534"/>
              <a:gd name="connsiteX2" fmla="*/ 7386140 w 7721297"/>
              <a:gd name="connsiteY2" fmla="*/ 922 h 6137534"/>
              <a:gd name="connsiteX3" fmla="*/ 7390528 w 7721297"/>
              <a:gd name="connsiteY3" fmla="*/ 20974 h 6137534"/>
              <a:gd name="connsiteX4" fmla="*/ 7721024 w 7721297"/>
              <a:gd name="connsiteY4" fmla="*/ 5658922 h 6137534"/>
              <a:gd name="connsiteX5" fmla="*/ 7721023 w 7721297"/>
              <a:gd name="connsiteY5" fmla="*/ 5658927 h 6137534"/>
              <a:gd name="connsiteX6" fmla="*/ 7721297 w 7721297"/>
              <a:gd name="connsiteY6" fmla="*/ 5663572 h 6137534"/>
              <a:gd name="connsiteX7" fmla="*/ 7716147 w 7721297"/>
              <a:gd name="connsiteY7" fmla="*/ 5676259 h 6137534"/>
              <a:gd name="connsiteX8" fmla="*/ 7712139 w 7721297"/>
              <a:gd name="connsiteY8" fmla="*/ 5690502 h 6137534"/>
              <a:gd name="connsiteX9" fmla="*/ 7708519 w 7721297"/>
              <a:gd name="connsiteY9" fmla="*/ 5695048 h 6137534"/>
              <a:gd name="connsiteX10" fmla="*/ 7704935 w 7721297"/>
              <a:gd name="connsiteY10" fmla="*/ 5703877 h 6137534"/>
              <a:gd name="connsiteX11" fmla="*/ 7699090 w 7721297"/>
              <a:gd name="connsiteY11" fmla="*/ 5704214 h 6137534"/>
              <a:gd name="connsiteX12" fmla="*/ 7692214 w 7721297"/>
              <a:gd name="connsiteY12" fmla="*/ 5707603 h 6137534"/>
              <a:gd name="connsiteX13" fmla="*/ 7674726 w 7721297"/>
              <a:gd name="connsiteY13" fmla="*/ 5708628 h 6137534"/>
              <a:gd name="connsiteX14" fmla="*/ 7674412 w 7721297"/>
              <a:gd name="connsiteY14" fmla="*/ 5709720 h 6137534"/>
              <a:gd name="connsiteX15" fmla="*/ 7647609 w 7721297"/>
              <a:gd name="connsiteY15" fmla="*/ 5735871 h 6137534"/>
              <a:gd name="connsiteX16" fmla="*/ 7592212 w 7721297"/>
              <a:gd name="connsiteY16" fmla="*/ 5713464 h 6137534"/>
              <a:gd name="connsiteX17" fmla="*/ 7059543 w 7721297"/>
              <a:gd name="connsiteY17" fmla="*/ 5744687 h 6137534"/>
              <a:gd name="connsiteX18" fmla="*/ 7050496 w 7721297"/>
              <a:gd name="connsiteY18" fmla="*/ 5749000 h 6137534"/>
              <a:gd name="connsiteX19" fmla="*/ 7028578 w 7721297"/>
              <a:gd name="connsiteY19" fmla="*/ 5754084 h 6137534"/>
              <a:gd name="connsiteX20" fmla="*/ 6937660 w 7721297"/>
              <a:gd name="connsiteY20" fmla="*/ 5760288 h 6137534"/>
              <a:gd name="connsiteX21" fmla="*/ 6884223 w 7721297"/>
              <a:gd name="connsiteY21" fmla="*/ 5767636 h 6137534"/>
              <a:gd name="connsiteX22" fmla="*/ 6865431 w 7721297"/>
              <a:gd name="connsiteY22" fmla="*/ 5776138 h 6137534"/>
              <a:gd name="connsiteX23" fmla="*/ 6838171 w 7721297"/>
              <a:gd name="connsiteY23" fmla="*/ 5784171 h 6137534"/>
              <a:gd name="connsiteX24" fmla="*/ 6791231 w 7721297"/>
              <a:gd name="connsiteY24" fmla="*/ 5802772 h 6137534"/>
              <a:gd name="connsiteX25" fmla="*/ 6745506 w 7721297"/>
              <a:gd name="connsiteY25" fmla="*/ 5812285 h 6137534"/>
              <a:gd name="connsiteX26" fmla="*/ 6714572 w 7721297"/>
              <a:gd name="connsiteY26" fmla="*/ 5815422 h 6137534"/>
              <a:gd name="connsiteX27" fmla="*/ 6710059 w 7721297"/>
              <a:gd name="connsiteY27" fmla="*/ 5815424 h 6137534"/>
              <a:gd name="connsiteX28" fmla="*/ 6672310 w 7721297"/>
              <a:gd name="connsiteY28" fmla="*/ 5808283 h 6137534"/>
              <a:gd name="connsiteX29" fmla="*/ 6669118 w 7721297"/>
              <a:gd name="connsiteY29" fmla="*/ 5813181 h 6137534"/>
              <a:gd name="connsiteX30" fmla="*/ 6657741 w 7721297"/>
              <a:gd name="connsiteY30" fmla="*/ 5818650 h 6137534"/>
              <a:gd name="connsiteX31" fmla="*/ 6647425 w 7721297"/>
              <a:gd name="connsiteY31" fmla="*/ 5813632 h 6137534"/>
              <a:gd name="connsiteX32" fmla="*/ 6600070 w 7721297"/>
              <a:gd name="connsiteY32" fmla="*/ 5806385 h 6137534"/>
              <a:gd name="connsiteX33" fmla="*/ 6531112 w 7721297"/>
              <a:gd name="connsiteY33" fmla="*/ 5801193 h 6137534"/>
              <a:gd name="connsiteX34" fmla="*/ 6520435 w 7721297"/>
              <a:gd name="connsiteY34" fmla="*/ 5796037 h 6137534"/>
              <a:gd name="connsiteX35" fmla="*/ 6452509 w 7721297"/>
              <a:gd name="connsiteY35" fmla="*/ 5785889 h 6137534"/>
              <a:gd name="connsiteX36" fmla="*/ 6417173 w 7721297"/>
              <a:gd name="connsiteY36" fmla="*/ 5785777 h 6137534"/>
              <a:gd name="connsiteX37" fmla="*/ 6413565 w 7721297"/>
              <a:gd name="connsiteY37" fmla="*/ 5791272 h 6137534"/>
              <a:gd name="connsiteX38" fmla="*/ 6403089 w 7721297"/>
              <a:gd name="connsiteY38" fmla="*/ 5790492 h 6137534"/>
              <a:gd name="connsiteX39" fmla="*/ 6400340 w 7721297"/>
              <a:gd name="connsiteY39" fmla="*/ 5791439 h 6137534"/>
              <a:gd name="connsiteX40" fmla="*/ 6384541 w 7721297"/>
              <a:gd name="connsiteY40" fmla="*/ 5795714 h 6137534"/>
              <a:gd name="connsiteX41" fmla="*/ 6380988 w 7721297"/>
              <a:gd name="connsiteY41" fmla="*/ 5785886 h 6137534"/>
              <a:gd name="connsiteX42" fmla="*/ 6376190 w 7721297"/>
              <a:gd name="connsiteY42" fmla="*/ 5784742 h 6137534"/>
              <a:gd name="connsiteX43" fmla="*/ 6203462 w 7721297"/>
              <a:gd name="connsiteY43" fmla="*/ 5794867 h 6137534"/>
              <a:gd name="connsiteX44" fmla="*/ 6189193 w 7721297"/>
              <a:gd name="connsiteY44" fmla="*/ 5804914 h 6137534"/>
              <a:gd name="connsiteX45" fmla="*/ 6143467 w 7721297"/>
              <a:gd name="connsiteY45" fmla="*/ 5814428 h 6137534"/>
              <a:gd name="connsiteX46" fmla="*/ 6112533 w 7721297"/>
              <a:gd name="connsiteY46" fmla="*/ 5817565 h 6137534"/>
              <a:gd name="connsiteX47" fmla="*/ 6108020 w 7721297"/>
              <a:gd name="connsiteY47" fmla="*/ 5817567 h 6137534"/>
              <a:gd name="connsiteX48" fmla="*/ 6070270 w 7721297"/>
              <a:gd name="connsiteY48" fmla="*/ 5810426 h 6137534"/>
              <a:gd name="connsiteX49" fmla="*/ 6067079 w 7721297"/>
              <a:gd name="connsiteY49" fmla="*/ 5815324 h 6137534"/>
              <a:gd name="connsiteX50" fmla="*/ 6055703 w 7721297"/>
              <a:gd name="connsiteY50" fmla="*/ 5820793 h 6137534"/>
              <a:gd name="connsiteX51" fmla="*/ 6045386 w 7721297"/>
              <a:gd name="connsiteY51" fmla="*/ 5815775 h 6137534"/>
              <a:gd name="connsiteX52" fmla="*/ 5998031 w 7721297"/>
              <a:gd name="connsiteY52" fmla="*/ 5808528 h 6137534"/>
              <a:gd name="connsiteX53" fmla="*/ 5985928 w 7721297"/>
              <a:gd name="connsiteY53" fmla="*/ 5807617 h 6137534"/>
              <a:gd name="connsiteX54" fmla="*/ 5484277 w 7721297"/>
              <a:gd name="connsiteY54" fmla="*/ 5837022 h 6137534"/>
              <a:gd name="connsiteX55" fmla="*/ 5050621 w 7721297"/>
              <a:gd name="connsiteY55" fmla="*/ 5862441 h 6137534"/>
              <a:gd name="connsiteX56" fmla="*/ 4764988 w 7721297"/>
              <a:gd name="connsiteY56" fmla="*/ 5879183 h 6137534"/>
              <a:gd name="connsiteX57" fmla="*/ 4742173 w 7721297"/>
              <a:gd name="connsiteY57" fmla="*/ 5880683 h 6137534"/>
              <a:gd name="connsiteX58" fmla="*/ 4603476 w 7721297"/>
              <a:gd name="connsiteY58" fmla="*/ 5888890 h 6137534"/>
              <a:gd name="connsiteX59" fmla="*/ 4602500 w 7721297"/>
              <a:gd name="connsiteY59" fmla="*/ 5888708 h 6137534"/>
              <a:gd name="connsiteX60" fmla="*/ 357873 w 7721297"/>
              <a:gd name="connsiteY60" fmla="*/ 6137509 h 6137534"/>
              <a:gd name="connsiteX61" fmla="*/ 331163 w 7721297"/>
              <a:gd name="connsiteY61" fmla="*/ 6102479 h 6137534"/>
              <a:gd name="connsiteX62" fmla="*/ 83 w 7721297"/>
              <a:gd name="connsiteY62" fmla="*/ 454154 h 6137534"/>
              <a:gd name="connsiteX63" fmla="*/ 22525 w 7721297"/>
              <a:gd name="connsiteY63" fmla="*/ 416348 h 6137534"/>
              <a:gd name="connsiteX64" fmla="*/ 1139279 w 7721297"/>
              <a:gd name="connsiteY64" fmla="*/ 350888 h 6137534"/>
              <a:gd name="connsiteX65" fmla="*/ 1175131 w 7721297"/>
              <a:gd name="connsiteY65" fmla="*/ 338519 h 6137534"/>
              <a:gd name="connsiteX66" fmla="*/ 1213225 w 7721297"/>
              <a:gd name="connsiteY66" fmla="*/ 346554 h 6137534"/>
              <a:gd name="connsiteX67" fmla="*/ 1712871 w 7721297"/>
              <a:gd name="connsiteY67" fmla="*/ 317267 h 6137534"/>
              <a:gd name="connsiteX68" fmla="*/ 1779193 w 7721297"/>
              <a:gd name="connsiteY68" fmla="*/ 313380 h 6137534"/>
              <a:gd name="connsiteX69" fmla="*/ 1815597 w 7721297"/>
              <a:gd name="connsiteY69" fmla="*/ 300302 h 6137534"/>
              <a:gd name="connsiteX70" fmla="*/ 1852738 w 7721297"/>
              <a:gd name="connsiteY70" fmla="*/ 285584 h 6137534"/>
              <a:gd name="connsiteX71" fmla="*/ 1888919 w 7721297"/>
              <a:gd name="connsiteY71" fmla="*/ 278056 h 6137534"/>
              <a:gd name="connsiteX72" fmla="*/ 1916966 w 7721297"/>
              <a:gd name="connsiteY72" fmla="*/ 275572 h 6137534"/>
              <a:gd name="connsiteX73" fmla="*/ 1946834 w 7721297"/>
              <a:gd name="connsiteY73" fmla="*/ 281223 h 6137534"/>
              <a:gd name="connsiteX74" fmla="*/ 1966525 w 7721297"/>
              <a:gd name="connsiteY74" fmla="*/ 276990 h 6137534"/>
              <a:gd name="connsiteX75" fmla="*/ 2003994 w 7721297"/>
              <a:gd name="connsiteY75" fmla="*/ 282725 h 6137534"/>
              <a:gd name="connsiteX76" fmla="*/ 2058557 w 7721297"/>
              <a:gd name="connsiteY76" fmla="*/ 286832 h 6137534"/>
              <a:gd name="connsiteX77" fmla="*/ 2096277 w 7721297"/>
              <a:gd name="connsiteY77" fmla="*/ 292409 h 6137534"/>
              <a:gd name="connsiteX78" fmla="*/ 2103602 w 7721297"/>
              <a:gd name="connsiteY78" fmla="*/ 294364 h 6137534"/>
              <a:gd name="connsiteX79" fmla="*/ 2347448 w 7721297"/>
              <a:gd name="connsiteY79" fmla="*/ 280071 h 6137534"/>
              <a:gd name="connsiteX80" fmla="*/ 2365280 w 7721297"/>
              <a:gd name="connsiteY80" fmla="*/ 276360 h 6137534"/>
              <a:gd name="connsiteX81" fmla="*/ 2426123 w 7721297"/>
              <a:gd name="connsiteY81" fmla="*/ 275459 h 6137534"/>
              <a:gd name="connsiteX82" fmla="*/ 2434723 w 7721297"/>
              <a:gd name="connsiteY82" fmla="*/ 271325 h 6137534"/>
              <a:gd name="connsiteX83" fmla="*/ 2494266 w 7721297"/>
              <a:gd name="connsiteY83" fmla="*/ 271465 h 6137534"/>
              <a:gd name="connsiteX84" fmla="*/ 2559092 w 7721297"/>
              <a:gd name="connsiteY84" fmla="*/ 264581 h 6137534"/>
              <a:gd name="connsiteX85" fmla="*/ 2563462 w 7721297"/>
              <a:gd name="connsiteY85" fmla="*/ 256037 h 6137534"/>
              <a:gd name="connsiteX86" fmla="*/ 2577676 w 7721297"/>
              <a:gd name="connsiteY86" fmla="*/ 254477 h 6137534"/>
              <a:gd name="connsiteX87" fmla="*/ 2600129 w 7721297"/>
              <a:gd name="connsiteY87" fmla="*/ 253320 h 6137534"/>
              <a:gd name="connsiteX88" fmla="*/ 2650911 w 7721297"/>
              <a:gd name="connsiteY88" fmla="*/ 259040 h 613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7721297" h="6137534">
                <a:moveTo>
                  <a:pt x="6989390" y="0"/>
                </a:moveTo>
                <a:lnTo>
                  <a:pt x="7385409" y="0"/>
                </a:lnTo>
                <a:lnTo>
                  <a:pt x="7386140" y="922"/>
                </a:lnTo>
                <a:lnTo>
                  <a:pt x="7390528" y="20974"/>
                </a:lnTo>
                <a:cubicBezTo>
                  <a:pt x="7446342" y="963974"/>
                  <a:pt x="7665942" y="4719264"/>
                  <a:pt x="7721024" y="5658922"/>
                </a:cubicBezTo>
                <a:cubicBezTo>
                  <a:pt x="7721023" y="5658924"/>
                  <a:pt x="7721023" y="5658925"/>
                  <a:pt x="7721023" y="5658927"/>
                </a:cubicBezTo>
                <a:cubicBezTo>
                  <a:pt x="7721114" y="5660475"/>
                  <a:pt x="7721205" y="5662025"/>
                  <a:pt x="7721297" y="5663572"/>
                </a:cubicBezTo>
                <a:lnTo>
                  <a:pt x="7716147" y="5676259"/>
                </a:lnTo>
                <a:lnTo>
                  <a:pt x="7712139" y="5690502"/>
                </a:lnTo>
                <a:lnTo>
                  <a:pt x="7708519" y="5695048"/>
                </a:lnTo>
                <a:lnTo>
                  <a:pt x="7704935" y="5703877"/>
                </a:lnTo>
                <a:lnTo>
                  <a:pt x="7699090" y="5704214"/>
                </a:lnTo>
                <a:lnTo>
                  <a:pt x="7692214" y="5707603"/>
                </a:lnTo>
                <a:lnTo>
                  <a:pt x="7674726" y="5708628"/>
                </a:lnTo>
                <a:lnTo>
                  <a:pt x="7674412" y="5709720"/>
                </a:lnTo>
                <a:cubicBezTo>
                  <a:pt x="7674096" y="5722851"/>
                  <a:pt x="7687229" y="5733549"/>
                  <a:pt x="7647609" y="5735871"/>
                </a:cubicBezTo>
                <a:lnTo>
                  <a:pt x="7592212" y="5713464"/>
                </a:lnTo>
                <a:lnTo>
                  <a:pt x="7059543" y="5744687"/>
                </a:lnTo>
                <a:lnTo>
                  <a:pt x="7050496" y="5749000"/>
                </a:lnTo>
                <a:cubicBezTo>
                  <a:pt x="7045619" y="5750860"/>
                  <a:pt x="7038873" y="5752719"/>
                  <a:pt x="7028578" y="5754084"/>
                </a:cubicBezTo>
                <a:cubicBezTo>
                  <a:pt x="7002150" y="5743012"/>
                  <a:pt x="6970580" y="5775328"/>
                  <a:pt x="6937660" y="5760288"/>
                </a:cubicBezTo>
                <a:cubicBezTo>
                  <a:pt x="6925760" y="5756875"/>
                  <a:pt x="6890181" y="5759283"/>
                  <a:pt x="6884223" y="5767636"/>
                </a:cubicBezTo>
                <a:cubicBezTo>
                  <a:pt x="6876963" y="5769764"/>
                  <a:pt x="6868022" y="5767395"/>
                  <a:pt x="6865431" y="5776138"/>
                </a:cubicBezTo>
                <a:cubicBezTo>
                  <a:pt x="6860770" y="5786740"/>
                  <a:pt x="6833285" y="5772215"/>
                  <a:pt x="6838171" y="5784171"/>
                </a:cubicBezTo>
                <a:cubicBezTo>
                  <a:pt x="6818693" y="5774254"/>
                  <a:pt x="6806181" y="5796611"/>
                  <a:pt x="6791231" y="5802772"/>
                </a:cubicBezTo>
                <a:lnTo>
                  <a:pt x="6745506" y="5812285"/>
                </a:lnTo>
                <a:lnTo>
                  <a:pt x="6714572" y="5815422"/>
                </a:lnTo>
                <a:lnTo>
                  <a:pt x="6710059" y="5815424"/>
                </a:lnTo>
                <a:lnTo>
                  <a:pt x="6672310" y="5808283"/>
                </a:lnTo>
                <a:cubicBezTo>
                  <a:pt x="6671542" y="5810036"/>
                  <a:pt x="6670468" y="5811687"/>
                  <a:pt x="6669118" y="5813181"/>
                </a:cubicBezTo>
                <a:lnTo>
                  <a:pt x="6657741" y="5818650"/>
                </a:lnTo>
                <a:lnTo>
                  <a:pt x="6647425" y="5813632"/>
                </a:lnTo>
                <a:lnTo>
                  <a:pt x="6600070" y="5806385"/>
                </a:lnTo>
                <a:lnTo>
                  <a:pt x="6531112" y="5801193"/>
                </a:lnTo>
                <a:lnTo>
                  <a:pt x="6520435" y="5796037"/>
                </a:lnTo>
                <a:cubicBezTo>
                  <a:pt x="6496467" y="5791093"/>
                  <a:pt x="6468393" y="5799321"/>
                  <a:pt x="6452509" y="5785889"/>
                </a:cubicBezTo>
                <a:lnTo>
                  <a:pt x="6417173" y="5785777"/>
                </a:lnTo>
                <a:lnTo>
                  <a:pt x="6413565" y="5791272"/>
                </a:lnTo>
                <a:lnTo>
                  <a:pt x="6403089" y="5790492"/>
                </a:lnTo>
                <a:lnTo>
                  <a:pt x="6400340" y="5791439"/>
                </a:lnTo>
                <a:cubicBezTo>
                  <a:pt x="6395093" y="5793274"/>
                  <a:pt x="6389877" y="5794902"/>
                  <a:pt x="6384541" y="5795714"/>
                </a:cubicBezTo>
                <a:cubicBezTo>
                  <a:pt x="6384816" y="5790709"/>
                  <a:pt x="6383401" y="5787669"/>
                  <a:pt x="6380988" y="5785886"/>
                </a:cubicBezTo>
                <a:lnTo>
                  <a:pt x="6376190" y="5784742"/>
                </a:lnTo>
                <a:lnTo>
                  <a:pt x="6203462" y="5794867"/>
                </a:lnTo>
                <a:lnTo>
                  <a:pt x="6189193" y="5804914"/>
                </a:lnTo>
                <a:lnTo>
                  <a:pt x="6143467" y="5814428"/>
                </a:lnTo>
                <a:lnTo>
                  <a:pt x="6112533" y="5817565"/>
                </a:lnTo>
                <a:lnTo>
                  <a:pt x="6108020" y="5817567"/>
                </a:lnTo>
                <a:lnTo>
                  <a:pt x="6070270" y="5810426"/>
                </a:lnTo>
                <a:cubicBezTo>
                  <a:pt x="6069504" y="5812178"/>
                  <a:pt x="6068430" y="5813830"/>
                  <a:pt x="6067079" y="5815324"/>
                </a:cubicBezTo>
                <a:lnTo>
                  <a:pt x="6055703" y="5820793"/>
                </a:lnTo>
                <a:lnTo>
                  <a:pt x="6045386" y="5815775"/>
                </a:lnTo>
                <a:lnTo>
                  <a:pt x="5998031" y="5808528"/>
                </a:lnTo>
                <a:lnTo>
                  <a:pt x="5985928" y="5807617"/>
                </a:lnTo>
                <a:lnTo>
                  <a:pt x="5484277" y="5837022"/>
                </a:lnTo>
                <a:lnTo>
                  <a:pt x="5050621" y="5862441"/>
                </a:lnTo>
                <a:lnTo>
                  <a:pt x="4764988" y="5879183"/>
                </a:lnTo>
                <a:lnTo>
                  <a:pt x="4742173" y="5880683"/>
                </a:lnTo>
                <a:cubicBezTo>
                  <a:pt x="4747668" y="5887795"/>
                  <a:pt x="4641947" y="5892753"/>
                  <a:pt x="4603476" y="5888890"/>
                </a:cubicBezTo>
                <a:lnTo>
                  <a:pt x="4602500" y="5888708"/>
                </a:lnTo>
                <a:lnTo>
                  <a:pt x="357873" y="6137509"/>
                </a:lnTo>
                <a:cubicBezTo>
                  <a:pt x="344313" y="6138247"/>
                  <a:pt x="332376" y="6122596"/>
                  <a:pt x="331163" y="6102479"/>
                </a:cubicBezTo>
                <a:lnTo>
                  <a:pt x="83" y="454154"/>
                </a:lnTo>
                <a:cubicBezTo>
                  <a:pt x="-1016" y="434071"/>
                  <a:pt x="8999" y="417193"/>
                  <a:pt x="22525" y="416348"/>
                </a:cubicBezTo>
                <a:lnTo>
                  <a:pt x="1139279" y="350888"/>
                </a:lnTo>
                <a:lnTo>
                  <a:pt x="1175131" y="338519"/>
                </a:lnTo>
                <a:cubicBezTo>
                  <a:pt x="1195616" y="337770"/>
                  <a:pt x="1200527" y="343876"/>
                  <a:pt x="1213225" y="346554"/>
                </a:cubicBezTo>
                <a:lnTo>
                  <a:pt x="1712871" y="317267"/>
                </a:lnTo>
                <a:lnTo>
                  <a:pt x="1779193" y="313380"/>
                </a:lnTo>
                <a:lnTo>
                  <a:pt x="1815597" y="300302"/>
                </a:lnTo>
                <a:cubicBezTo>
                  <a:pt x="1831010" y="308148"/>
                  <a:pt x="1840910" y="290458"/>
                  <a:pt x="1852738" y="285584"/>
                </a:cubicBezTo>
                <a:lnTo>
                  <a:pt x="1888919" y="278056"/>
                </a:lnTo>
                <a:lnTo>
                  <a:pt x="1916966" y="275572"/>
                </a:lnTo>
                <a:lnTo>
                  <a:pt x="1946834" y="281223"/>
                </a:lnTo>
                <a:cubicBezTo>
                  <a:pt x="1955094" y="281459"/>
                  <a:pt x="1956998" y="276740"/>
                  <a:pt x="1966525" y="276990"/>
                </a:cubicBezTo>
                <a:lnTo>
                  <a:pt x="2003994" y="282725"/>
                </a:lnTo>
                <a:lnTo>
                  <a:pt x="2058557" y="286832"/>
                </a:lnTo>
                <a:lnTo>
                  <a:pt x="2096277" y="292409"/>
                </a:lnTo>
                <a:lnTo>
                  <a:pt x="2103602" y="294364"/>
                </a:lnTo>
                <a:lnTo>
                  <a:pt x="2347448" y="280071"/>
                </a:lnTo>
                <a:lnTo>
                  <a:pt x="2365280" y="276360"/>
                </a:lnTo>
                <a:lnTo>
                  <a:pt x="2426123" y="275459"/>
                </a:lnTo>
                <a:lnTo>
                  <a:pt x="2434723" y="271325"/>
                </a:lnTo>
                <a:lnTo>
                  <a:pt x="2494266" y="271465"/>
                </a:lnTo>
                <a:cubicBezTo>
                  <a:pt x="2513884" y="269801"/>
                  <a:pt x="2547977" y="268614"/>
                  <a:pt x="2559092" y="264581"/>
                </a:cubicBezTo>
                <a:lnTo>
                  <a:pt x="2563462" y="256037"/>
                </a:lnTo>
                <a:lnTo>
                  <a:pt x="2577676" y="254477"/>
                </a:lnTo>
                <a:cubicBezTo>
                  <a:pt x="2578755" y="255048"/>
                  <a:pt x="2599278" y="253316"/>
                  <a:pt x="2600129" y="253320"/>
                </a:cubicBezTo>
                <a:lnTo>
                  <a:pt x="2650911" y="259040"/>
                </a:lnTo>
                <a:close/>
              </a:path>
            </a:pathLst>
          </a:custGeom>
          <a:blipFill>
            <a:blip r:embed="rId2"/>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bstract watercolor pattern on a white background">
            <a:extLst>
              <a:ext uri="{FF2B5EF4-FFF2-40B4-BE49-F238E27FC236}">
                <a16:creationId xmlns:a16="http://schemas.microsoft.com/office/drawing/2014/main" xmlns="" id="{CCE4EA04-F887-B5F7-4674-D121F6C7063C}"/>
              </a:ext>
            </a:extLst>
          </p:cNvPr>
          <p:cNvPicPr>
            <a:picLocks noChangeAspect="1"/>
          </p:cNvPicPr>
          <p:nvPr/>
        </p:nvPicPr>
        <p:blipFill>
          <a:blip r:embed="rId3">
            <a:alphaModFix amt="84000"/>
          </a:blip>
          <a:srcRect l="4395" r="11630"/>
          <a:stretch/>
        </p:blipFill>
        <p:spPr>
          <a:xfrm>
            <a:off x="553208" y="10"/>
            <a:ext cx="7721297" cy="6137524"/>
          </a:xfrm>
          <a:custGeom>
            <a:avLst/>
            <a:gdLst/>
            <a:ahLst/>
            <a:cxnLst/>
            <a:rect l="l" t="t" r="r" b="b"/>
            <a:pathLst>
              <a:path w="7721297" h="6137534">
                <a:moveTo>
                  <a:pt x="6989390" y="0"/>
                </a:moveTo>
                <a:lnTo>
                  <a:pt x="7385409" y="0"/>
                </a:lnTo>
                <a:lnTo>
                  <a:pt x="7386140" y="922"/>
                </a:lnTo>
                <a:lnTo>
                  <a:pt x="7390528" y="20974"/>
                </a:lnTo>
                <a:cubicBezTo>
                  <a:pt x="7446342" y="963974"/>
                  <a:pt x="7665942" y="4719264"/>
                  <a:pt x="7721024" y="5658922"/>
                </a:cubicBezTo>
                <a:cubicBezTo>
                  <a:pt x="7721023" y="5658924"/>
                  <a:pt x="7721023" y="5658925"/>
                  <a:pt x="7721023" y="5658927"/>
                </a:cubicBezTo>
                <a:cubicBezTo>
                  <a:pt x="7721114" y="5660475"/>
                  <a:pt x="7721205" y="5662025"/>
                  <a:pt x="7721297" y="5663572"/>
                </a:cubicBezTo>
                <a:lnTo>
                  <a:pt x="7716147" y="5676259"/>
                </a:lnTo>
                <a:lnTo>
                  <a:pt x="7712139" y="5690502"/>
                </a:lnTo>
                <a:lnTo>
                  <a:pt x="7708519" y="5695048"/>
                </a:lnTo>
                <a:lnTo>
                  <a:pt x="7704935" y="5703877"/>
                </a:lnTo>
                <a:lnTo>
                  <a:pt x="7699090" y="5704214"/>
                </a:lnTo>
                <a:lnTo>
                  <a:pt x="7692214" y="5707603"/>
                </a:lnTo>
                <a:lnTo>
                  <a:pt x="7674726" y="5708628"/>
                </a:lnTo>
                <a:lnTo>
                  <a:pt x="7674412" y="5709720"/>
                </a:lnTo>
                <a:cubicBezTo>
                  <a:pt x="7674096" y="5722851"/>
                  <a:pt x="7687229" y="5733549"/>
                  <a:pt x="7647609" y="5735871"/>
                </a:cubicBezTo>
                <a:lnTo>
                  <a:pt x="7592212" y="5713464"/>
                </a:lnTo>
                <a:lnTo>
                  <a:pt x="7059543" y="5744687"/>
                </a:lnTo>
                <a:lnTo>
                  <a:pt x="7050496" y="5749000"/>
                </a:lnTo>
                <a:cubicBezTo>
                  <a:pt x="7045619" y="5750860"/>
                  <a:pt x="7038873" y="5752719"/>
                  <a:pt x="7028578" y="5754084"/>
                </a:cubicBezTo>
                <a:cubicBezTo>
                  <a:pt x="7002150" y="5743012"/>
                  <a:pt x="6970580" y="5775328"/>
                  <a:pt x="6937660" y="5760288"/>
                </a:cubicBezTo>
                <a:cubicBezTo>
                  <a:pt x="6925760" y="5756875"/>
                  <a:pt x="6890181" y="5759283"/>
                  <a:pt x="6884223" y="5767636"/>
                </a:cubicBezTo>
                <a:cubicBezTo>
                  <a:pt x="6876963" y="5769764"/>
                  <a:pt x="6868022" y="5767395"/>
                  <a:pt x="6865431" y="5776138"/>
                </a:cubicBezTo>
                <a:cubicBezTo>
                  <a:pt x="6860770" y="5786740"/>
                  <a:pt x="6833285" y="5772215"/>
                  <a:pt x="6838171" y="5784171"/>
                </a:cubicBezTo>
                <a:cubicBezTo>
                  <a:pt x="6818693" y="5774254"/>
                  <a:pt x="6806181" y="5796611"/>
                  <a:pt x="6791231" y="5802772"/>
                </a:cubicBezTo>
                <a:lnTo>
                  <a:pt x="6745506" y="5812285"/>
                </a:lnTo>
                <a:lnTo>
                  <a:pt x="6714572" y="5815422"/>
                </a:lnTo>
                <a:lnTo>
                  <a:pt x="6710059" y="5815424"/>
                </a:lnTo>
                <a:lnTo>
                  <a:pt x="6672310" y="5808283"/>
                </a:lnTo>
                <a:cubicBezTo>
                  <a:pt x="6671542" y="5810036"/>
                  <a:pt x="6670468" y="5811687"/>
                  <a:pt x="6669118" y="5813181"/>
                </a:cubicBezTo>
                <a:lnTo>
                  <a:pt x="6657741" y="5818650"/>
                </a:lnTo>
                <a:lnTo>
                  <a:pt x="6647425" y="5813632"/>
                </a:lnTo>
                <a:lnTo>
                  <a:pt x="6600070" y="5806385"/>
                </a:lnTo>
                <a:lnTo>
                  <a:pt x="6531112" y="5801193"/>
                </a:lnTo>
                <a:lnTo>
                  <a:pt x="6520435" y="5796037"/>
                </a:lnTo>
                <a:cubicBezTo>
                  <a:pt x="6496467" y="5791093"/>
                  <a:pt x="6468393" y="5799321"/>
                  <a:pt x="6452509" y="5785889"/>
                </a:cubicBezTo>
                <a:lnTo>
                  <a:pt x="6417173" y="5785777"/>
                </a:lnTo>
                <a:lnTo>
                  <a:pt x="6413565" y="5791272"/>
                </a:lnTo>
                <a:lnTo>
                  <a:pt x="6403089" y="5790492"/>
                </a:lnTo>
                <a:lnTo>
                  <a:pt x="6400340" y="5791439"/>
                </a:lnTo>
                <a:cubicBezTo>
                  <a:pt x="6395093" y="5793274"/>
                  <a:pt x="6389877" y="5794902"/>
                  <a:pt x="6384541" y="5795714"/>
                </a:cubicBezTo>
                <a:cubicBezTo>
                  <a:pt x="6384816" y="5790709"/>
                  <a:pt x="6383401" y="5787669"/>
                  <a:pt x="6380988" y="5785886"/>
                </a:cubicBezTo>
                <a:lnTo>
                  <a:pt x="6376190" y="5784742"/>
                </a:lnTo>
                <a:lnTo>
                  <a:pt x="6203462" y="5794867"/>
                </a:lnTo>
                <a:lnTo>
                  <a:pt x="6189193" y="5804914"/>
                </a:lnTo>
                <a:lnTo>
                  <a:pt x="6143467" y="5814428"/>
                </a:lnTo>
                <a:lnTo>
                  <a:pt x="6112533" y="5817565"/>
                </a:lnTo>
                <a:lnTo>
                  <a:pt x="6108020" y="5817567"/>
                </a:lnTo>
                <a:lnTo>
                  <a:pt x="6070270" y="5810426"/>
                </a:lnTo>
                <a:cubicBezTo>
                  <a:pt x="6069504" y="5812178"/>
                  <a:pt x="6068430" y="5813830"/>
                  <a:pt x="6067079" y="5815324"/>
                </a:cubicBezTo>
                <a:lnTo>
                  <a:pt x="6055703" y="5820793"/>
                </a:lnTo>
                <a:lnTo>
                  <a:pt x="6045386" y="5815775"/>
                </a:lnTo>
                <a:lnTo>
                  <a:pt x="5998031" y="5808528"/>
                </a:lnTo>
                <a:lnTo>
                  <a:pt x="5985928" y="5807617"/>
                </a:lnTo>
                <a:lnTo>
                  <a:pt x="5484277" y="5837022"/>
                </a:lnTo>
                <a:lnTo>
                  <a:pt x="5050621" y="5862441"/>
                </a:lnTo>
                <a:lnTo>
                  <a:pt x="4764988" y="5879183"/>
                </a:lnTo>
                <a:lnTo>
                  <a:pt x="4742173" y="5880683"/>
                </a:lnTo>
                <a:cubicBezTo>
                  <a:pt x="4747668" y="5887795"/>
                  <a:pt x="4641947" y="5892753"/>
                  <a:pt x="4603476" y="5888890"/>
                </a:cubicBezTo>
                <a:lnTo>
                  <a:pt x="4602500" y="5888708"/>
                </a:lnTo>
                <a:lnTo>
                  <a:pt x="357873" y="6137509"/>
                </a:lnTo>
                <a:cubicBezTo>
                  <a:pt x="344313" y="6138247"/>
                  <a:pt x="332376" y="6122596"/>
                  <a:pt x="331163" y="6102479"/>
                </a:cubicBezTo>
                <a:lnTo>
                  <a:pt x="83" y="454154"/>
                </a:lnTo>
                <a:cubicBezTo>
                  <a:pt x="-1016" y="434071"/>
                  <a:pt x="8999" y="417193"/>
                  <a:pt x="22525" y="416348"/>
                </a:cubicBezTo>
                <a:lnTo>
                  <a:pt x="1139279" y="350888"/>
                </a:lnTo>
                <a:lnTo>
                  <a:pt x="1175131" y="338519"/>
                </a:lnTo>
                <a:cubicBezTo>
                  <a:pt x="1195616" y="337770"/>
                  <a:pt x="1200527" y="343876"/>
                  <a:pt x="1213225" y="346554"/>
                </a:cubicBezTo>
                <a:lnTo>
                  <a:pt x="1712871" y="317267"/>
                </a:lnTo>
                <a:lnTo>
                  <a:pt x="1779193" y="313380"/>
                </a:lnTo>
                <a:lnTo>
                  <a:pt x="1815597" y="300302"/>
                </a:lnTo>
                <a:cubicBezTo>
                  <a:pt x="1831010" y="308148"/>
                  <a:pt x="1840910" y="290458"/>
                  <a:pt x="1852738" y="285584"/>
                </a:cubicBezTo>
                <a:lnTo>
                  <a:pt x="1888919" y="278056"/>
                </a:lnTo>
                <a:lnTo>
                  <a:pt x="1916966" y="275572"/>
                </a:lnTo>
                <a:lnTo>
                  <a:pt x="1946834" y="281223"/>
                </a:lnTo>
                <a:cubicBezTo>
                  <a:pt x="1955094" y="281459"/>
                  <a:pt x="1956998" y="276740"/>
                  <a:pt x="1966525" y="276990"/>
                </a:cubicBezTo>
                <a:lnTo>
                  <a:pt x="2003994" y="282725"/>
                </a:lnTo>
                <a:lnTo>
                  <a:pt x="2058557" y="286832"/>
                </a:lnTo>
                <a:lnTo>
                  <a:pt x="2096277" y="292409"/>
                </a:lnTo>
                <a:lnTo>
                  <a:pt x="2103602" y="294364"/>
                </a:lnTo>
                <a:lnTo>
                  <a:pt x="2347448" y="280071"/>
                </a:lnTo>
                <a:lnTo>
                  <a:pt x="2365280" y="276360"/>
                </a:lnTo>
                <a:lnTo>
                  <a:pt x="2426123" y="275459"/>
                </a:lnTo>
                <a:lnTo>
                  <a:pt x="2434723" y="271325"/>
                </a:lnTo>
                <a:lnTo>
                  <a:pt x="2494266" y="271465"/>
                </a:lnTo>
                <a:cubicBezTo>
                  <a:pt x="2513884" y="269801"/>
                  <a:pt x="2547977" y="268614"/>
                  <a:pt x="2559092" y="264581"/>
                </a:cubicBezTo>
                <a:lnTo>
                  <a:pt x="2563462" y="256037"/>
                </a:lnTo>
                <a:lnTo>
                  <a:pt x="2577676" y="254477"/>
                </a:lnTo>
                <a:cubicBezTo>
                  <a:pt x="2578755" y="255048"/>
                  <a:pt x="2599278" y="253316"/>
                  <a:pt x="2600129" y="253320"/>
                </a:cubicBezTo>
                <a:lnTo>
                  <a:pt x="2650911" y="259040"/>
                </a:lnTo>
                <a:close/>
              </a:path>
            </a:pathLst>
          </a:custGeom>
        </p:spPr>
      </p:pic>
      <p:sp>
        <p:nvSpPr>
          <p:cNvPr id="2" name="Title 1">
            <a:extLst>
              <a:ext uri="{FF2B5EF4-FFF2-40B4-BE49-F238E27FC236}">
                <a16:creationId xmlns:a16="http://schemas.microsoft.com/office/drawing/2014/main" xmlns="" id="{0601E8B0-581E-903D-8BC6-E9F57CE524C2}"/>
              </a:ext>
            </a:extLst>
          </p:cNvPr>
          <p:cNvSpPr>
            <a:spLocks noGrp="1"/>
          </p:cNvSpPr>
          <p:nvPr>
            <p:ph type="ctrTitle"/>
          </p:nvPr>
        </p:nvSpPr>
        <p:spPr>
          <a:xfrm>
            <a:off x="3978876" y="1122362"/>
            <a:ext cx="7527324" cy="3451215"/>
          </a:xfrm>
        </p:spPr>
        <p:txBody>
          <a:bodyPr>
            <a:noAutofit/>
          </a:bodyPr>
          <a:lstStyle/>
          <a:p>
            <a:r>
              <a:rPr lang="en-US" sz="7200" dirty="0"/>
              <a:t>ETHICAL FRAMEWORK FOR BUSINESS </a:t>
            </a:r>
          </a:p>
        </p:txBody>
      </p:sp>
      <p:sp>
        <p:nvSpPr>
          <p:cNvPr id="3" name="Subtitle 2">
            <a:extLst>
              <a:ext uri="{FF2B5EF4-FFF2-40B4-BE49-F238E27FC236}">
                <a16:creationId xmlns:a16="http://schemas.microsoft.com/office/drawing/2014/main" xmlns="" id="{82655FC4-1FF9-5A8C-6A2D-4C11BF2BECFA}"/>
              </a:ext>
            </a:extLst>
          </p:cNvPr>
          <p:cNvSpPr>
            <a:spLocks noGrp="1"/>
          </p:cNvSpPr>
          <p:nvPr>
            <p:ph type="subTitle" idx="1"/>
          </p:nvPr>
        </p:nvSpPr>
        <p:spPr>
          <a:xfrm>
            <a:off x="8972102" y="5259377"/>
            <a:ext cx="2534097" cy="1096628"/>
          </a:xfrm>
        </p:spPr>
        <p:txBody>
          <a:bodyPr>
            <a:normAutofit fontScale="92500" lnSpcReduction="20000"/>
          </a:bodyPr>
          <a:lstStyle/>
          <a:p>
            <a:r>
              <a:rPr lang="en-US" dirty="0"/>
              <a:t>Module -2</a:t>
            </a:r>
          </a:p>
          <a:p>
            <a:r>
              <a:rPr lang="en-US" dirty="0"/>
              <a:t>Ms. Ifra Fathima I</a:t>
            </a:r>
          </a:p>
          <a:p>
            <a:r>
              <a:rPr lang="en-US" dirty="0"/>
              <a:t>Assistant Professor</a:t>
            </a:r>
          </a:p>
        </p:txBody>
      </p:sp>
      <p:sp>
        <p:nvSpPr>
          <p:cNvPr id="15" name="Freeform: Shape 14">
            <a:extLst>
              <a:ext uri="{FF2B5EF4-FFF2-40B4-BE49-F238E27FC236}">
                <a16:creationId xmlns:a16="http://schemas.microsoft.com/office/drawing/2014/main" xmlns="" id="{E857A3BA-A9AD-43E0-A911-3E9658723F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3922665">
            <a:off x="664635" y="-248395"/>
            <a:ext cx="444795" cy="1868387"/>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xmlns="" id="{21B0DEDD-DA5F-418A-B256-C1F53D913AB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xmlns="" id="{AA9D8498-7B91-40F3-A731-2B4443F6B604}"/>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xmlns="" id="{FC14BFE5-C2A1-474A-AC02-DCD8519CAF96}"/>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72CF4ECB-6EDD-4A8E-A497-54D2957D68B6}"/>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xmlns="" id="{B3E26055-BF58-4169-90CE-4F652B42719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1347379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A1BBCB0E-D444-4662-99B6-968FADD997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34CD5AF-4FA5-DCB7-50F6-4F7F780CB2FA}"/>
              </a:ext>
            </a:extLst>
          </p:cNvPr>
          <p:cNvSpPr>
            <a:spLocks noGrp="1"/>
          </p:cNvSpPr>
          <p:nvPr>
            <p:ph type="title"/>
          </p:nvPr>
        </p:nvSpPr>
        <p:spPr>
          <a:xfrm>
            <a:off x="1219200" y="365125"/>
            <a:ext cx="9493249" cy="1577975"/>
          </a:xfrm>
        </p:spPr>
        <p:txBody>
          <a:bodyPr>
            <a:normAutofit/>
          </a:bodyPr>
          <a:lstStyle/>
          <a:p>
            <a:r>
              <a:rPr lang="en-US" dirty="0"/>
              <a:t>The role of professional bodies</a:t>
            </a:r>
          </a:p>
        </p:txBody>
      </p:sp>
      <p:grpSp>
        <p:nvGrpSpPr>
          <p:cNvPr id="12" name="Group 11">
            <a:extLst>
              <a:ext uri="{FF2B5EF4-FFF2-40B4-BE49-F238E27FC236}">
                <a16:creationId xmlns:a16="http://schemas.microsoft.com/office/drawing/2014/main" xmlns="" id="{FABCF46B-3163-4E66-9BB3-AAC999794E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3" name="Group 12">
              <a:extLst>
                <a:ext uri="{FF2B5EF4-FFF2-40B4-BE49-F238E27FC236}">
                  <a16:creationId xmlns:a16="http://schemas.microsoft.com/office/drawing/2014/main" xmlns="" id="{DFFABCCE-353C-4DF3-82A1-0A3254A68401}"/>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5" name="Straight Connector 14">
                <a:extLst>
                  <a:ext uri="{FF2B5EF4-FFF2-40B4-BE49-F238E27FC236}">
                    <a16:creationId xmlns:a16="http://schemas.microsoft.com/office/drawing/2014/main" xmlns="" id="{D69B21E5-8A56-4BB0-A2F9-E1D18D1B4D3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F2E0FB7C-6BC0-4404-BBCB-6DD5D28DCA76}"/>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xmlns="" id="{0FCD1BD2-FA34-4758-A9C5-6723ACAD7E1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Rectangle 1">
            <a:extLst>
              <a:ext uri="{FF2B5EF4-FFF2-40B4-BE49-F238E27FC236}">
                <a16:creationId xmlns:a16="http://schemas.microsoft.com/office/drawing/2014/main" xmlns="" id="{2787E4FC-CA00-CF87-3CCB-E1D7613B6254}"/>
              </a:ext>
            </a:extLst>
          </p:cNvPr>
          <p:cNvGraphicFramePr>
            <a:graphicFrameLocks noGrp="1"/>
          </p:cNvGraphicFramePr>
          <p:nvPr>
            <p:ph idx="1"/>
            <p:extLst>
              <p:ext uri="{D42A27DB-BD31-4B8C-83A1-F6EECF244321}">
                <p14:modId xmlns:p14="http://schemas.microsoft.com/office/powerpoint/2010/main" xmlns="" val="1885860497"/>
              </p:ext>
            </p:extLst>
          </p:nvPr>
        </p:nvGraphicFramePr>
        <p:xfrm>
          <a:off x="1063925" y="2317750"/>
          <a:ext cx="10075651" cy="3854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589355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778ADDD7-451E-4D8A-B091-DF9D1DA7FA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5751"/>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xmlns="" id="{8D28B75D-FF2D-4259-8FEF-7E43E96EF5E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2" name="Group 11">
              <a:extLst>
                <a:ext uri="{FF2B5EF4-FFF2-40B4-BE49-F238E27FC236}">
                  <a16:creationId xmlns:a16="http://schemas.microsoft.com/office/drawing/2014/main" xmlns="" id="{A157B0EB-3C49-4951-8A79-2615FAF10221}"/>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4" name="Straight Connector 13">
                <a:extLst>
                  <a:ext uri="{FF2B5EF4-FFF2-40B4-BE49-F238E27FC236}">
                    <a16:creationId xmlns:a16="http://schemas.microsoft.com/office/drawing/2014/main" xmlns="" id="{296BC311-C2BC-46AD-9579-26E325F0ECD0}"/>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6CC86E5-AAA0-4A37-8DA3-E8663A9670CD}"/>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xmlns="" id="{76AF8311-D179-4BC3-B716-C20F2B4177F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xmlns="" id="{EBCFD768-4370-53FF-4895-DC5B03A086EB}"/>
              </a:ext>
            </a:extLst>
          </p:cNvPr>
          <p:cNvGraphicFramePr>
            <a:graphicFrameLocks noGrp="1"/>
          </p:cNvGraphicFramePr>
          <p:nvPr>
            <p:ph idx="1"/>
            <p:extLst>
              <p:ext uri="{D42A27DB-BD31-4B8C-83A1-F6EECF244321}">
                <p14:modId xmlns:p14="http://schemas.microsoft.com/office/powerpoint/2010/main" xmlns="" val="404669523"/>
              </p:ext>
            </p:extLst>
          </p:nvPr>
        </p:nvGraphicFramePr>
        <p:xfrm>
          <a:off x="1219200" y="1062682"/>
          <a:ext cx="9770853" cy="51095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22963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EA03149-A686-8882-A1A7-6FC04DE439CA}"/>
              </a:ext>
            </a:extLst>
          </p:cNvPr>
          <p:cNvPicPr>
            <a:picLocks noChangeAspect="1"/>
          </p:cNvPicPr>
          <p:nvPr/>
        </p:nvPicPr>
        <p:blipFill>
          <a:blip r:embed="rId2"/>
          <a:stretch>
            <a:fillRect/>
          </a:stretch>
        </p:blipFill>
        <p:spPr>
          <a:xfrm>
            <a:off x="1309687" y="995362"/>
            <a:ext cx="9572625" cy="4867275"/>
          </a:xfrm>
          <a:prstGeom prst="rect">
            <a:avLst/>
          </a:prstGeom>
        </p:spPr>
      </p:pic>
    </p:spTree>
    <p:extLst>
      <p:ext uri="{BB962C8B-B14F-4D97-AF65-F5344CB8AC3E}">
        <p14:creationId xmlns:p14="http://schemas.microsoft.com/office/powerpoint/2010/main" xmlns="" val="321122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D9A99AD-F09A-07F3-9432-E6C41565A1B7}"/>
              </a:ext>
            </a:extLst>
          </p:cNvPr>
          <p:cNvPicPr>
            <a:picLocks noChangeAspect="1"/>
          </p:cNvPicPr>
          <p:nvPr/>
        </p:nvPicPr>
        <p:blipFill>
          <a:blip r:embed="rId2"/>
          <a:stretch>
            <a:fillRect/>
          </a:stretch>
        </p:blipFill>
        <p:spPr>
          <a:xfrm>
            <a:off x="1447800" y="1076325"/>
            <a:ext cx="9296400" cy="4705350"/>
          </a:xfrm>
          <a:prstGeom prst="rect">
            <a:avLst/>
          </a:prstGeom>
        </p:spPr>
      </p:pic>
    </p:spTree>
    <p:extLst>
      <p:ext uri="{BB962C8B-B14F-4D97-AF65-F5344CB8AC3E}">
        <p14:creationId xmlns:p14="http://schemas.microsoft.com/office/powerpoint/2010/main" xmlns="" val="64341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xmlns="" id="{778ADDD7-451E-4D8A-B091-DF9D1DA7FA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5751"/>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127BE92-EBD2-3B36-EB3B-B2D62C01A09E}"/>
              </a:ext>
            </a:extLst>
          </p:cNvPr>
          <p:cNvSpPr>
            <a:spLocks noGrp="1"/>
          </p:cNvSpPr>
          <p:nvPr>
            <p:ph type="title"/>
          </p:nvPr>
        </p:nvSpPr>
        <p:spPr>
          <a:xfrm>
            <a:off x="1219200" y="365125"/>
            <a:ext cx="10287000" cy="1577975"/>
          </a:xfrm>
        </p:spPr>
        <p:txBody>
          <a:bodyPr>
            <a:normAutofit/>
          </a:bodyPr>
          <a:lstStyle/>
          <a:p>
            <a:pPr algn="ctr"/>
            <a:r>
              <a:rPr lang="en-US" dirty="0"/>
              <a:t>CIMA Code of Ethics</a:t>
            </a:r>
          </a:p>
        </p:txBody>
      </p:sp>
      <p:grpSp>
        <p:nvGrpSpPr>
          <p:cNvPr id="27" name="Group 26">
            <a:extLst>
              <a:ext uri="{FF2B5EF4-FFF2-40B4-BE49-F238E27FC236}">
                <a16:creationId xmlns:a16="http://schemas.microsoft.com/office/drawing/2014/main" xmlns="" id="{8D28B75D-FF2D-4259-8FEF-7E43E96EF5E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22" name="Group 21">
              <a:extLst>
                <a:ext uri="{FF2B5EF4-FFF2-40B4-BE49-F238E27FC236}">
                  <a16:creationId xmlns:a16="http://schemas.microsoft.com/office/drawing/2014/main" xmlns="" id="{A157B0EB-3C49-4951-8A79-2615FAF10221}"/>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30" name="Straight Connector 29">
                <a:extLst>
                  <a:ext uri="{FF2B5EF4-FFF2-40B4-BE49-F238E27FC236}">
                    <a16:creationId xmlns:a16="http://schemas.microsoft.com/office/drawing/2014/main" xmlns="" id="{296BC311-C2BC-46AD-9579-26E325F0ECD0}"/>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16CC86E5-AAA0-4A37-8DA3-E8663A9670CD}"/>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xmlns="" id="{76AF8311-D179-4BC3-B716-C20F2B4177F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 name="Content Placeholder 2">
            <a:extLst>
              <a:ext uri="{FF2B5EF4-FFF2-40B4-BE49-F238E27FC236}">
                <a16:creationId xmlns:a16="http://schemas.microsoft.com/office/drawing/2014/main" xmlns="" id="{3103CA8F-D9CC-CD8B-B741-F2762AC2A056}"/>
              </a:ext>
            </a:extLst>
          </p:cNvPr>
          <p:cNvGraphicFramePr>
            <a:graphicFrameLocks noGrp="1"/>
          </p:cNvGraphicFramePr>
          <p:nvPr>
            <p:ph idx="1"/>
            <p:extLst>
              <p:ext uri="{D42A27DB-BD31-4B8C-83A1-F6EECF244321}">
                <p14:modId xmlns:p14="http://schemas.microsoft.com/office/powerpoint/2010/main" xmlns="" val="2411951924"/>
              </p:ext>
            </p:extLst>
          </p:nvPr>
        </p:nvGraphicFramePr>
        <p:xfrm>
          <a:off x="1219200" y="2495908"/>
          <a:ext cx="9770853" cy="3676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59924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23F5135F-115E-423C-BE4A-B56C35DC9F3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1" name="Group 10">
              <a:extLst>
                <a:ext uri="{FF2B5EF4-FFF2-40B4-BE49-F238E27FC236}">
                  <a16:creationId xmlns:a16="http://schemas.microsoft.com/office/drawing/2014/main" xmlns="" id="{82C1E318-0F1F-4920-8C7D-FBAC66631B54}"/>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3" name="Straight Connector 12">
                <a:extLst>
                  <a:ext uri="{FF2B5EF4-FFF2-40B4-BE49-F238E27FC236}">
                    <a16:creationId xmlns:a16="http://schemas.microsoft.com/office/drawing/2014/main" xmlns="" id="{DE4A7237-B6EB-4FB7-8B68-7C27438D477D}"/>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84E00FDE-0838-4B5B-A782-6B6C92DB0A89}"/>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Oval 11">
              <a:extLst>
                <a:ext uri="{FF2B5EF4-FFF2-40B4-BE49-F238E27FC236}">
                  <a16:creationId xmlns:a16="http://schemas.microsoft.com/office/drawing/2014/main" xmlns="" id="{2BC1B2F3-8E83-4A70-B103-979C67EECED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6" name="Rectangle 15">
            <a:extLst>
              <a:ext uri="{FF2B5EF4-FFF2-40B4-BE49-F238E27FC236}">
                <a16:creationId xmlns:a16="http://schemas.microsoft.com/office/drawing/2014/main" xmlns="" id="{F341B9C2-0FBF-4B4B-A902-1AFFD384E7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Handshake">
            <a:extLst>
              <a:ext uri="{FF2B5EF4-FFF2-40B4-BE49-F238E27FC236}">
                <a16:creationId xmlns:a16="http://schemas.microsoft.com/office/drawing/2014/main" xmlns="" id="{18A0CBD8-3FD9-BE80-07F4-79AD0FD5DD59}"/>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87542" y="578137"/>
            <a:ext cx="4016915" cy="4016915"/>
          </a:xfrm>
          <a:prstGeom prst="rect">
            <a:avLst/>
          </a:prstGeom>
        </p:spPr>
      </p:pic>
      <p:sp>
        <p:nvSpPr>
          <p:cNvPr id="2" name="Title 1">
            <a:extLst>
              <a:ext uri="{FF2B5EF4-FFF2-40B4-BE49-F238E27FC236}">
                <a16:creationId xmlns:a16="http://schemas.microsoft.com/office/drawing/2014/main" xmlns="" id="{68A0C987-F5CE-6A31-6FB2-98BCC814FF7D}"/>
              </a:ext>
            </a:extLst>
          </p:cNvPr>
          <p:cNvSpPr>
            <a:spLocks noGrp="1"/>
          </p:cNvSpPr>
          <p:nvPr>
            <p:ph type="title"/>
          </p:nvPr>
        </p:nvSpPr>
        <p:spPr>
          <a:xfrm>
            <a:off x="1659894" y="2100015"/>
            <a:ext cx="9846306" cy="1702507"/>
          </a:xfrm>
        </p:spPr>
        <p:txBody>
          <a:bodyPr vert="horz" lIns="91440" tIns="45720" rIns="91440" bIns="45720" rtlCol="0" anchor="b">
            <a:normAutofit/>
          </a:bodyPr>
          <a:lstStyle/>
          <a:p>
            <a:pPr algn="r"/>
            <a:r>
              <a:rPr lang="en-US" sz="5400" dirty="0"/>
              <a:t>Integrity</a:t>
            </a:r>
          </a:p>
        </p:txBody>
      </p:sp>
      <p:sp>
        <p:nvSpPr>
          <p:cNvPr id="3" name="Content Placeholder 2">
            <a:extLst>
              <a:ext uri="{FF2B5EF4-FFF2-40B4-BE49-F238E27FC236}">
                <a16:creationId xmlns:a16="http://schemas.microsoft.com/office/drawing/2014/main" xmlns="" id="{F5DA1C99-A60E-84A5-8887-2C7D024B6729}"/>
              </a:ext>
            </a:extLst>
          </p:cNvPr>
          <p:cNvSpPr>
            <a:spLocks noGrp="1"/>
          </p:cNvSpPr>
          <p:nvPr>
            <p:ph idx="1"/>
          </p:nvPr>
        </p:nvSpPr>
        <p:spPr>
          <a:xfrm>
            <a:off x="1342804" y="4537849"/>
            <a:ext cx="9780336" cy="453468"/>
          </a:xfrm>
        </p:spPr>
        <p:txBody>
          <a:bodyPr vert="horz" lIns="91440" tIns="45720" rIns="91440" bIns="45720" rtlCol="0">
            <a:noAutofit/>
          </a:bodyPr>
          <a:lstStyle/>
          <a:p>
            <a:pPr marL="0" indent="0" algn="r">
              <a:buNone/>
            </a:pPr>
            <a:r>
              <a:rPr lang="en-US" sz="3600" dirty="0"/>
              <a:t>to be straightforward and honest in all professional and business relationships </a:t>
            </a:r>
          </a:p>
        </p:txBody>
      </p:sp>
      <p:grpSp>
        <p:nvGrpSpPr>
          <p:cNvPr id="18" name="Group 17">
            <a:extLst>
              <a:ext uri="{FF2B5EF4-FFF2-40B4-BE49-F238E27FC236}">
                <a16:creationId xmlns:a16="http://schemas.microsoft.com/office/drawing/2014/main" xmlns="" id="{A4CE093B-B8CB-40B0-9E0D-B2EC39FF727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9" name="Group 18">
              <a:extLst>
                <a:ext uri="{FF2B5EF4-FFF2-40B4-BE49-F238E27FC236}">
                  <a16:creationId xmlns:a16="http://schemas.microsoft.com/office/drawing/2014/main" xmlns="" id="{34272B2A-538C-4D77-838A-61EFB21C933C}"/>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1" name="Straight Connector 20">
                <a:extLst>
                  <a:ext uri="{FF2B5EF4-FFF2-40B4-BE49-F238E27FC236}">
                    <a16:creationId xmlns:a16="http://schemas.microsoft.com/office/drawing/2014/main" xmlns="" id="{20179CEF-C4DA-4AF9-825E-8A16099E9EB8}"/>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7FCA724B-35D4-4E12-8050-B7CAB3BB39F7}"/>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xmlns="" id="{14C8662F-C43E-4129-81EC-CA88B265554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32255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1B7C4707-9C68-44ED-A6DE-88FF7A50F45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B69060A4-9EDF-4FB5-87A8-A9FC83E446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663" y="217714"/>
            <a:ext cx="6968018" cy="6640286"/>
          </a:xfrm>
          <a:custGeom>
            <a:avLst/>
            <a:gdLst>
              <a:gd name="connsiteX0" fmla="*/ 6352331 w 6968018"/>
              <a:gd name="connsiteY0" fmla="*/ 0 h 6643444"/>
              <a:gd name="connsiteX1" fmla="*/ 6968018 w 6968018"/>
              <a:gd name="connsiteY1" fmla="*/ 6643444 h 6643444"/>
              <a:gd name="connsiteX2" fmla="*/ 561128 w 6968018"/>
              <a:gd name="connsiteY2" fmla="*/ 6643444 h 6643444"/>
              <a:gd name="connsiteX3" fmla="*/ 0 w 6968018"/>
              <a:gd name="connsiteY3" fmla="*/ 588709 h 6643444"/>
            </a:gdLst>
            <a:ahLst/>
            <a:cxnLst>
              <a:cxn ang="0">
                <a:pos x="connsiteX0" y="connsiteY0"/>
              </a:cxn>
              <a:cxn ang="0">
                <a:pos x="connsiteX1" y="connsiteY1"/>
              </a:cxn>
              <a:cxn ang="0">
                <a:pos x="connsiteX2" y="connsiteY2"/>
              </a:cxn>
              <a:cxn ang="0">
                <a:pos x="connsiteX3" y="connsiteY3"/>
              </a:cxn>
            </a:cxnLst>
            <a:rect l="l" t="t" r="r" b="b"/>
            <a:pathLst>
              <a:path w="6968018" h="6643444">
                <a:moveTo>
                  <a:pt x="6352331" y="0"/>
                </a:moveTo>
                <a:lnTo>
                  <a:pt x="6968018" y="6643444"/>
                </a:lnTo>
                <a:lnTo>
                  <a:pt x="561128" y="6643444"/>
                </a:lnTo>
                <a:lnTo>
                  <a:pt x="0" y="588709"/>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E937A4B0-1638-4AFA-91A5-60F8BB498C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7764" y="379444"/>
            <a:ext cx="6678117" cy="6490996"/>
          </a:xfrm>
          <a:custGeom>
            <a:avLst/>
            <a:gdLst>
              <a:gd name="connsiteX0" fmla="*/ 6004504 w 6647705"/>
              <a:gd name="connsiteY0" fmla="*/ 217 h 6461436"/>
              <a:gd name="connsiteX1" fmla="*/ 6043316 w 6647705"/>
              <a:gd name="connsiteY1" fmla="*/ 21512 h 6461436"/>
              <a:gd name="connsiteX2" fmla="*/ 6200652 w 6647705"/>
              <a:gd name="connsiteY2" fmla="*/ 1719217 h 6461436"/>
              <a:gd name="connsiteX3" fmla="*/ 6206825 w 6647705"/>
              <a:gd name="connsiteY3" fmla="*/ 1785827 h 6461436"/>
              <a:gd name="connsiteX4" fmla="*/ 6221227 w 6647705"/>
              <a:gd name="connsiteY4" fmla="*/ 1822016 h 6461436"/>
              <a:gd name="connsiteX5" fmla="*/ 6237305 w 6647705"/>
              <a:gd name="connsiteY5" fmla="*/ 1858891 h 6461436"/>
              <a:gd name="connsiteX6" fmla="*/ 6245339 w 6647705"/>
              <a:gd name="connsiteY6" fmla="*/ 2011010 h 6461436"/>
              <a:gd name="connsiteX7" fmla="*/ 6243065 w 6647705"/>
              <a:gd name="connsiteY7" fmla="*/ 2066060 h 6461436"/>
              <a:gd name="connsiteX8" fmla="*/ 6238739 w 6647705"/>
              <a:gd name="connsiteY8" fmla="*/ 2104210 h 6461436"/>
              <a:gd name="connsiteX9" fmla="*/ 6237021 w 6647705"/>
              <a:gd name="connsiteY9" fmla="*/ 2111648 h 6461436"/>
              <a:gd name="connsiteX10" fmla="*/ 6259718 w 6647705"/>
              <a:gd name="connsiteY10" fmla="*/ 2356556 h 6461436"/>
              <a:gd name="connsiteX11" fmla="*/ 6264060 w 6647705"/>
              <a:gd name="connsiteY11" fmla="*/ 2374375 h 6461436"/>
              <a:gd name="connsiteX12" fmla="*/ 6267041 w 6647705"/>
              <a:gd name="connsiteY12" fmla="*/ 2435573 h 6461436"/>
              <a:gd name="connsiteX13" fmla="*/ 6271496 w 6647705"/>
              <a:gd name="connsiteY13" fmla="*/ 2444087 h 6461436"/>
              <a:gd name="connsiteX14" fmla="*/ 6647705 w 6647705"/>
              <a:gd name="connsiteY14" fmla="*/ 6461436 h 6461436"/>
              <a:gd name="connsiteX15" fmla="*/ 545408 w 6647705"/>
              <a:gd name="connsiteY15" fmla="*/ 6461436 h 6461436"/>
              <a:gd name="connsiteX16" fmla="*/ 544170 w 6647705"/>
              <a:gd name="connsiteY16" fmla="*/ 6448085 h 6461436"/>
              <a:gd name="connsiteX17" fmla="*/ 533573 w 6647705"/>
              <a:gd name="connsiteY17" fmla="*/ 6434067 h 6461436"/>
              <a:gd name="connsiteX18" fmla="*/ 522439 w 6647705"/>
              <a:gd name="connsiteY18" fmla="*/ 6388375 h 6461436"/>
              <a:gd name="connsiteX19" fmla="*/ 518228 w 6647705"/>
              <a:gd name="connsiteY19" fmla="*/ 6357352 h 6461436"/>
              <a:gd name="connsiteX20" fmla="*/ 518072 w 6647705"/>
              <a:gd name="connsiteY20" fmla="*/ 6352810 h 6461436"/>
              <a:gd name="connsiteX21" fmla="*/ 523971 w 6647705"/>
              <a:gd name="connsiteY21" fmla="*/ 6314577 h 6461436"/>
              <a:gd name="connsiteX22" fmla="*/ 518934 w 6647705"/>
              <a:gd name="connsiteY22" fmla="*/ 6311532 h 6461436"/>
              <a:gd name="connsiteX23" fmla="*/ 513042 w 6647705"/>
              <a:gd name="connsiteY23" fmla="*/ 6300271 h 6461436"/>
              <a:gd name="connsiteX24" fmla="*/ 517740 w 6647705"/>
              <a:gd name="connsiteY24" fmla="*/ 6289716 h 6461436"/>
              <a:gd name="connsiteX25" fmla="*/ 523418 w 6647705"/>
              <a:gd name="connsiteY25" fmla="*/ 6241814 h 6461436"/>
              <a:gd name="connsiteX26" fmla="*/ 523922 w 6647705"/>
              <a:gd name="connsiteY26" fmla="*/ 6229603 h 6461436"/>
              <a:gd name="connsiteX27" fmla="*/ 67 w 6647705"/>
              <a:gd name="connsiteY27" fmla="*/ 577048 h 6461436"/>
              <a:gd name="connsiteX28" fmla="*/ 34408 w 6647705"/>
              <a:gd name="connsiteY28" fmla="*/ 548975 h 6461436"/>
              <a:gd name="connsiteX29" fmla="*/ 6004504 w 6647705"/>
              <a:gd name="connsiteY29" fmla="*/ 217 h 646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omino effect white cutouts and one blue cutout">
            <a:extLst>
              <a:ext uri="{FF2B5EF4-FFF2-40B4-BE49-F238E27FC236}">
                <a16:creationId xmlns:a16="http://schemas.microsoft.com/office/drawing/2014/main" xmlns="" id="{095F1528-E47B-6B02-15DF-727EA9928976}"/>
              </a:ext>
            </a:extLst>
          </p:cNvPr>
          <p:cNvPicPr>
            <a:picLocks noChangeAspect="1"/>
          </p:cNvPicPr>
          <p:nvPr/>
        </p:nvPicPr>
        <p:blipFill>
          <a:blip r:embed="rId3">
            <a:alphaModFix amt="84000"/>
          </a:blip>
          <a:srcRect l="31326" r="1" b="1"/>
          <a:stretch/>
        </p:blipFill>
        <p:spPr>
          <a:xfrm>
            <a:off x="457850" y="379444"/>
            <a:ext cx="6678117" cy="6490996"/>
          </a:xfrm>
          <a:custGeom>
            <a:avLst/>
            <a:gdLst/>
            <a:ahLst/>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p:spPr>
      </p:pic>
      <p:sp>
        <p:nvSpPr>
          <p:cNvPr id="2" name="Title 1">
            <a:extLst>
              <a:ext uri="{FF2B5EF4-FFF2-40B4-BE49-F238E27FC236}">
                <a16:creationId xmlns:a16="http://schemas.microsoft.com/office/drawing/2014/main" xmlns="" id="{77775BC1-6E47-C59D-72CC-74D67E525D98}"/>
              </a:ext>
            </a:extLst>
          </p:cNvPr>
          <p:cNvSpPr>
            <a:spLocks noGrp="1"/>
          </p:cNvSpPr>
          <p:nvPr>
            <p:ph type="title"/>
          </p:nvPr>
        </p:nvSpPr>
        <p:spPr>
          <a:xfrm>
            <a:off x="5933208" y="681036"/>
            <a:ext cx="5572992" cy="1916505"/>
          </a:xfrm>
        </p:spPr>
        <p:txBody>
          <a:bodyPr>
            <a:normAutofit/>
          </a:bodyPr>
          <a:lstStyle/>
          <a:p>
            <a:r>
              <a:rPr lang="en-US" dirty="0"/>
              <a:t>Objectivity</a:t>
            </a:r>
          </a:p>
        </p:txBody>
      </p:sp>
      <p:sp>
        <p:nvSpPr>
          <p:cNvPr id="15" name="Freeform: Shape 14">
            <a:extLst>
              <a:ext uri="{FF2B5EF4-FFF2-40B4-BE49-F238E27FC236}">
                <a16:creationId xmlns:a16="http://schemas.microsoft.com/office/drawing/2014/main" xmlns="" id="{60376AD7-5814-4A2B-B3FC-395355E394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830335">
            <a:off x="463402" y="118600"/>
            <a:ext cx="444795" cy="1868387"/>
          </a:xfrm>
          <a:custGeom>
            <a:avLst/>
            <a:gdLst>
              <a:gd name="connsiteX0" fmla="*/ 0 w 444795"/>
              <a:gd name="connsiteY0" fmla="*/ 78388 h 1868387"/>
              <a:gd name="connsiteX1" fmla="*/ 39454 w 444795"/>
              <a:gd name="connsiteY1" fmla="*/ 66552 h 1868387"/>
              <a:gd name="connsiteX2" fmla="*/ 139617 w 444795"/>
              <a:gd name="connsiteY2" fmla="*/ 42263 h 1868387"/>
              <a:gd name="connsiteX3" fmla="*/ 193778 w 444795"/>
              <a:gd name="connsiteY3" fmla="*/ 51160 h 1868387"/>
              <a:gd name="connsiteX4" fmla="*/ 261389 w 444795"/>
              <a:gd name="connsiteY4" fmla="*/ 36852 h 1868387"/>
              <a:gd name="connsiteX5" fmla="*/ 274876 w 444795"/>
              <a:gd name="connsiteY5" fmla="*/ 37840 h 1868387"/>
              <a:gd name="connsiteX6" fmla="*/ 280032 w 444795"/>
              <a:gd name="connsiteY6" fmla="*/ 48921 h 1868387"/>
              <a:gd name="connsiteX7" fmla="*/ 284781 w 444795"/>
              <a:gd name="connsiteY7" fmla="*/ 50980 h 1868387"/>
              <a:gd name="connsiteX8" fmla="*/ 300007 w 444795"/>
              <a:gd name="connsiteY8" fmla="*/ 37078 h 1868387"/>
              <a:gd name="connsiteX9" fmla="*/ 375999 w 444795"/>
              <a:gd name="connsiteY9" fmla="*/ 45281 h 1868387"/>
              <a:gd name="connsiteX10" fmla="*/ 417584 w 444795"/>
              <a:gd name="connsiteY10" fmla="*/ 9727 h 1868387"/>
              <a:gd name="connsiteX11" fmla="*/ 444795 w 444795"/>
              <a:gd name="connsiteY11" fmla="*/ 0 h 1868387"/>
              <a:gd name="connsiteX12" fmla="*/ 444795 w 444795"/>
              <a:gd name="connsiteY12" fmla="*/ 1864840 h 1868387"/>
              <a:gd name="connsiteX13" fmla="*/ 430079 w 444795"/>
              <a:gd name="connsiteY13" fmla="*/ 1860813 h 1868387"/>
              <a:gd name="connsiteX14" fmla="*/ 383783 w 444795"/>
              <a:gd name="connsiteY14" fmla="*/ 1862444 h 1868387"/>
              <a:gd name="connsiteX15" fmla="*/ 370358 w 444795"/>
              <a:gd name="connsiteY15" fmla="*/ 1868387 h 1868387"/>
              <a:gd name="connsiteX16" fmla="*/ 336658 w 444795"/>
              <a:gd name="connsiteY16" fmla="*/ 1868387 h 1868387"/>
              <a:gd name="connsiteX17" fmla="*/ 306546 w 444795"/>
              <a:gd name="connsiteY17" fmla="*/ 1858526 h 1868387"/>
              <a:gd name="connsiteX18" fmla="*/ 236457 w 444795"/>
              <a:gd name="connsiteY18" fmla="*/ 1847671 h 1868387"/>
              <a:gd name="connsiteX19" fmla="*/ 205722 w 444795"/>
              <a:gd name="connsiteY19" fmla="*/ 1841430 h 1868387"/>
              <a:gd name="connsiteX20" fmla="*/ 181807 w 444795"/>
              <a:gd name="connsiteY20" fmla="*/ 1823771 h 1868387"/>
              <a:gd name="connsiteX21" fmla="*/ 178439 w 444795"/>
              <a:gd name="connsiteY21" fmla="*/ 1808957 h 1868387"/>
              <a:gd name="connsiteX22" fmla="*/ 161935 w 444795"/>
              <a:gd name="connsiteY22" fmla="*/ 1803551 h 1868387"/>
              <a:gd name="connsiteX23" fmla="*/ 158071 w 444795"/>
              <a:gd name="connsiteY23" fmla="*/ 1799541 h 1868387"/>
              <a:gd name="connsiteX24" fmla="*/ 135376 w 444795"/>
              <a:gd name="connsiteY24" fmla="*/ 1779136 h 1868387"/>
              <a:gd name="connsiteX25" fmla="*/ 132952 w 444795"/>
              <a:gd name="connsiteY25" fmla="*/ 1786380 h 1868387"/>
              <a:gd name="connsiteX26" fmla="*/ 0 w 444795"/>
              <a:gd name="connsiteY26" fmla="*/ 1663146 h 186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4795" h="1868387">
                <a:moveTo>
                  <a:pt x="0" y="78388"/>
                </a:moveTo>
                <a:lnTo>
                  <a:pt x="39454" y="66552"/>
                </a:lnTo>
                <a:cubicBezTo>
                  <a:pt x="73377" y="59047"/>
                  <a:pt x="108602" y="54461"/>
                  <a:pt x="139617" y="42263"/>
                </a:cubicBezTo>
                <a:cubicBezTo>
                  <a:pt x="180799" y="87869"/>
                  <a:pt x="156173" y="44723"/>
                  <a:pt x="193778" y="51160"/>
                </a:cubicBezTo>
                <a:lnTo>
                  <a:pt x="261389" y="36852"/>
                </a:lnTo>
                <a:lnTo>
                  <a:pt x="274876" y="37840"/>
                </a:lnTo>
                <a:lnTo>
                  <a:pt x="280032" y="48921"/>
                </a:lnTo>
                <a:lnTo>
                  <a:pt x="284781" y="50980"/>
                </a:lnTo>
                <a:lnTo>
                  <a:pt x="300007" y="37078"/>
                </a:lnTo>
                <a:cubicBezTo>
                  <a:pt x="322467" y="29589"/>
                  <a:pt x="353078" y="47149"/>
                  <a:pt x="375999" y="45281"/>
                </a:cubicBezTo>
                <a:cubicBezTo>
                  <a:pt x="382977" y="27666"/>
                  <a:pt x="397501" y="17994"/>
                  <a:pt x="417584" y="9727"/>
                </a:cubicBezTo>
                <a:lnTo>
                  <a:pt x="444795" y="0"/>
                </a:lnTo>
                <a:lnTo>
                  <a:pt x="444795" y="1864840"/>
                </a:lnTo>
                <a:lnTo>
                  <a:pt x="430079" y="1860813"/>
                </a:lnTo>
                <a:cubicBezTo>
                  <a:pt x="411946" y="1857931"/>
                  <a:pt x="392950" y="1858479"/>
                  <a:pt x="383783" y="1862444"/>
                </a:cubicBezTo>
                <a:lnTo>
                  <a:pt x="370358" y="1868387"/>
                </a:lnTo>
                <a:lnTo>
                  <a:pt x="336658" y="1868387"/>
                </a:lnTo>
                <a:lnTo>
                  <a:pt x="306546" y="1858526"/>
                </a:lnTo>
                <a:cubicBezTo>
                  <a:pt x="280888" y="1847233"/>
                  <a:pt x="256422" y="1834783"/>
                  <a:pt x="236457" y="1847671"/>
                </a:cubicBezTo>
                <a:cubicBezTo>
                  <a:pt x="224964" y="1848497"/>
                  <a:pt x="214878" y="1845991"/>
                  <a:pt x="205722" y="1841430"/>
                </a:cubicBezTo>
                <a:lnTo>
                  <a:pt x="181807" y="1823771"/>
                </a:lnTo>
                <a:lnTo>
                  <a:pt x="178439" y="1808957"/>
                </a:lnTo>
                <a:lnTo>
                  <a:pt x="161935" y="1803551"/>
                </a:lnTo>
                <a:lnTo>
                  <a:pt x="158071" y="1799541"/>
                </a:lnTo>
                <a:cubicBezTo>
                  <a:pt x="150700" y="1791836"/>
                  <a:pt x="143295" y="1784610"/>
                  <a:pt x="135376" y="1779136"/>
                </a:cubicBezTo>
                <a:lnTo>
                  <a:pt x="132952" y="1786380"/>
                </a:lnTo>
                <a:lnTo>
                  <a:pt x="0" y="1663146"/>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xmlns="" id="{6C0330C0-2924-E3A7-BEB9-276956741FCC}"/>
              </a:ext>
            </a:extLst>
          </p:cNvPr>
          <p:cNvSpPr>
            <a:spLocks noGrp="1"/>
          </p:cNvSpPr>
          <p:nvPr>
            <p:ph idx="1"/>
          </p:nvPr>
        </p:nvSpPr>
        <p:spPr>
          <a:xfrm>
            <a:off x="7424205" y="3060862"/>
            <a:ext cx="4462131" cy="3116101"/>
          </a:xfrm>
        </p:spPr>
        <p:txBody>
          <a:bodyPr>
            <a:noAutofit/>
          </a:bodyPr>
          <a:lstStyle/>
          <a:p>
            <a:pPr marL="0" indent="0">
              <a:buNone/>
            </a:pPr>
            <a:r>
              <a:rPr lang="en-US" sz="2400" dirty="0"/>
              <a:t>not to compromise professional or business judgments because of bias, conflict of interest or undue influence of others. </a:t>
            </a:r>
          </a:p>
        </p:txBody>
      </p:sp>
      <p:grpSp>
        <p:nvGrpSpPr>
          <p:cNvPr id="17" name="Group 16">
            <a:extLst>
              <a:ext uri="{FF2B5EF4-FFF2-40B4-BE49-F238E27FC236}">
                <a16:creationId xmlns:a16="http://schemas.microsoft.com/office/drawing/2014/main" xmlns="" id="{D2D2835C-DDE9-4332-9476-94B711F0537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xmlns="" id="{37647015-EE9A-4F89-A88A-DC5786E66388}"/>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xmlns="" id="{CB275C9D-23AD-4120-B860-4A649881025C}"/>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57793833-C4D8-475A-86F4-45B2FFCF4F73}"/>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xmlns="" id="{CBDF05EB-F6AC-4339-BC6E-8D652768562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2325090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8F08FD56-DA92-4BD4-98BB-9311E5E522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9CD7B57-60D7-A651-8E46-AD55B47E5D1C}"/>
              </a:ext>
            </a:extLst>
          </p:cNvPr>
          <p:cNvSpPr>
            <a:spLocks noGrp="1"/>
          </p:cNvSpPr>
          <p:nvPr>
            <p:ph type="title"/>
          </p:nvPr>
        </p:nvSpPr>
        <p:spPr>
          <a:xfrm>
            <a:off x="6473627" y="685799"/>
            <a:ext cx="5032572" cy="1911743"/>
          </a:xfrm>
        </p:spPr>
        <p:txBody>
          <a:bodyPr>
            <a:normAutofit fontScale="90000"/>
          </a:bodyPr>
          <a:lstStyle/>
          <a:p>
            <a:pPr>
              <a:lnSpc>
                <a:spcPct val="110000"/>
              </a:lnSpc>
            </a:pPr>
            <a:r>
              <a:rPr lang="en-US" sz="3700"/>
              <a:t>Professional competence and due care</a:t>
            </a:r>
          </a:p>
        </p:txBody>
      </p:sp>
      <p:sp>
        <p:nvSpPr>
          <p:cNvPr id="12" name="Rectangle 11">
            <a:extLst>
              <a:ext uri="{FF2B5EF4-FFF2-40B4-BE49-F238E27FC236}">
                <a16:creationId xmlns:a16="http://schemas.microsoft.com/office/drawing/2014/main" xmlns="" id="{C5D5E9CC-2294-46D1-89D0-F8C6FA5C41D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420420">
            <a:off x="780270" y="331637"/>
            <a:ext cx="4892736" cy="5837881"/>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xmlns="" id="{5BABD217-EF3C-4AF3-9C20-A6619D211F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227644">
            <a:off x="741222" y="293814"/>
            <a:ext cx="4987909" cy="5883149"/>
          </a:xfrm>
          <a:custGeom>
            <a:avLst/>
            <a:gdLst>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0 w 4662328"/>
              <a:gd name="connsiteY84" fmla="*/ 3811601 h 5549975"/>
              <a:gd name="connsiteX85" fmla="*/ 110031 w 4662328"/>
              <a:gd name="connsiteY85" fmla="*/ 3811601 h 5549975"/>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110031 w 4662328"/>
              <a:gd name="connsiteY84" fmla="*/ 3811601 h 5549975"/>
              <a:gd name="connsiteX85" fmla="*/ 412307 w 4662328"/>
              <a:gd name="connsiteY85" fmla="*/ 0 h 5549975"/>
              <a:gd name="connsiteX0" fmla="*/ 302276 w 4552297"/>
              <a:gd name="connsiteY0" fmla="*/ 0 h 5549975"/>
              <a:gd name="connsiteX1" fmla="*/ 3304462 w 4552297"/>
              <a:gd name="connsiteY1" fmla="*/ 171842 h 5549975"/>
              <a:gd name="connsiteX2" fmla="*/ 4133273 w 4552297"/>
              <a:gd name="connsiteY2" fmla="*/ 226950 h 5549975"/>
              <a:gd name="connsiteX3" fmla="*/ 4506467 w 4552297"/>
              <a:gd name="connsiteY3" fmla="*/ 247374 h 5549975"/>
              <a:gd name="connsiteX4" fmla="*/ 4534346 w 4552297"/>
              <a:gd name="connsiteY4" fmla="*/ 269179 h 5549975"/>
              <a:gd name="connsiteX5" fmla="*/ 4532572 w 4552297"/>
              <a:gd name="connsiteY5" fmla="*/ 300930 h 5549975"/>
              <a:gd name="connsiteX6" fmla="*/ 4535494 w 4552297"/>
              <a:gd name="connsiteY6" fmla="*/ 302647 h 5549975"/>
              <a:gd name="connsiteX7" fmla="*/ 4551920 w 4552297"/>
              <a:gd name="connsiteY7" fmla="*/ 334222 h 5549975"/>
              <a:gd name="connsiteX8" fmla="*/ 4529659 w 4552297"/>
              <a:gd name="connsiteY8" fmla="*/ 391868 h 5549975"/>
              <a:gd name="connsiteX9" fmla="*/ 4526171 w 4552297"/>
              <a:gd name="connsiteY9" fmla="*/ 415489 h 5549975"/>
              <a:gd name="connsiteX10" fmla="*/ 4521066 w 4552297"/>
              <a:gd name="connsiteY10" fmla="*/ 506828 h 5549975"/>
              <a:gd name="connsiteX11" fmla="*/ 4520416 w 4552297"/>
              <a:gd name="connsiteY11" fmla="*/ 553245 h 5549975"/>
              <a:gd name="connsiteX12" fmla="*/ 4517317 w 4552297"/>
              <a:gd name="connsiteY12" fmla="*/ 581709 h 5549975"/>
              <a:gd name="connsiteX13" fmla="*/ 4516648 w 4552297"/>
              <a:gd name="connsiteY13" fmla="*/ 585890 h 5549975"/>
              <a:gd name="connsiteX14" fmla="*/ 4503711 w 4552297"/>
              <a:gd name="connsiteY14" fmla="*/ 817404 h 5549975"/>
              <a:gd name="connsiteX15" fmla="*/ 4505424 w 4552297"/>
              <a:gd name="connsiteY15" fmla="*/ 822238 h 5549975"/>
              <a:gd name="connsiteX16" fmla="*/ 4503273 w 4552297"/>
              <a:gd name="connsiteY16" fmla="*/ 846069 h 5549975"/>
              <a:gd name="connsiteX17" fmla="*/ 4501673 w 4552297"/>
              <a:gd name="connsiteY17" fmla="*/ 853854 h 5549975"/>
              <a:gd name="connsiteX18" fmla="*/ 4495435 w 4552297"/>
              <a:gd name="connsiteY18" fmla="*/ 965485 h 5549975"/>
              <a:gd name="connsiteX19" fmla="*/ 4497512 w 4552297"/>
              <a:gd name="connsiteY19" fmla="*/ 966385 h 5549975"/>
              <a:gd name="connsiteX20" fmla="*/ 4501631 w 4552297"/>
              <a:gd name="connsiteY20" fmla="*/ 1002567 h 5549975"/>
              <a:gd name="connsiteX21" fmla="*/ 4496833 w 4552297"/>
              <a:gd name="connsiteY21" fmla="*/ 1101094 h 5549975"/>
              <a:gd name="connsiteX22" fmla="*/ 4496728 w 4552297"/>
              <a:gd name="connsiteY22" fmla="*/ 1159389 h 5549975"/>
              <a:gd name="connsiteX23" fmla="*/ 4501031 w 4552297"/>
              <a:gd name="connsiteY23" fmla="*/ 1180505 h 5549975"/>
              <a:gd name="connsiteX24" fmla="*/ 4504121 w 4552297"/>
              <a:gd name="connsiteY24" fmla="*/ 1210687 h 5549975"/>
              <a:gd name="connsiteX25" fmla="*/ 4512938 w 4552297"/>
              <a:gd name="connsiteY25" fmla="*/ 1263157 h 5549975"/>
              <a:gd name="connsiteX26" fmla="*/ 4515215 w 4552297"/>
              <a:gd name="connsiteY26" fmla="*/ 1313374 h 5549975"/>
              <a:gd name="connsiteX27" fmla="*/ 4514335 w 4552297"/>
              <a:gd name="connsiteY27" fmla="*/ 1347004 h 5549975"/>
              <a:gd name="connsiteX28" fmla="*/ 4513872 w 4552297"/>
              <a:gd name="connsiteY28" fmla="*/ 1351864 h 5549975"/>
              <a:gd name="connsiteX29" fmla="*/ 4504753 w 4552297"/>
              <a:gd name="connsiteY29" fmla="*/ 1391762 h 5549975"/>
              <a:gd name="connsiteX30" fmla="*/ 4508017 w 4552297"/>
              <a:gd name="connsiteY30" fmla="*/ 1395707 h 5549975"/>
              <a:gd name="connsiteX31" fmla="*/ 4510859 w 4552297"/>
              <a:gd name="connsiteY31" fmla="*/ 1408524 h 5549975"/>
              <a:gd name="connsiteX32" fmla="*/ 4506118 w 4552297"/>
              <a:gd name="connsiteY32" fmla="*/ 1419109 h 5549975"/>
              <a:gd name="connsiteX33" fmla="*/ 4495934 w 4552297"/>
              <a:gd name="connsiteY33" fmla="*/ 1469337 h 5549975"/>
              <a:gd name="connsiteX34" fmla="*/ 4485037 w 4552297"/>
              <a:gd name="connsiteY34" fmla="*/ 1543038 h 5549975"/>
              <a:gd name="connsiteX35" fmla="*/ 4480156 w 4552297"/>
              <a:gd name="connsiteY35" fmla="*/ 1553997 h 5549975"/>
              <a:gd name="connsiteX36" fmla="*/ 4465728 w 4552297"/>
              <a:gd name="connsiteY36" fmla="*/ 1626071 h 5549975"/>
              <a:gd name="connsiteX37" fmla="*/ 4462013 w 4552297"/>
              <a:gd name="connsiteY37" fmla="*/ 1664103 h 5549975"/>
              <a:gd name="connsiteX38" fmla="*/ 4465673 w 4552297"/>
              <a:gd name="connsiteY38" fmla="*/ 1668558 h 5549975"/>
              <a:gd name="connsiteX39" fmla="*/ 4464023 w 4552297"/>
              <a:gd name="connsiteY39" fmla="*/ 1679756 h 5549975"/>
              <a:gd name="connsiteX40" fmla="*/ 4464435 w 4552297"/>
              <a:gd name="connsiteY40" fmla="*/ 1682815 h 5549975"/>
              <a:gd name="connsiteX41" fmla="*/ 4465946 w 4552297"/>
              <a:gd name="connsiteY41" fmla="*/ 1700268 h 5549975"/>
              <a:gd name="connsiteX42" fmla="*/ 4454476 w 4552297"/>
              <a:gd name="connsiteY42" fmla="*/ 1735163 h 5549975"/>
              <a:gd name="connsiteX43" fmla="*/ 4452416 w 4552297"/>
              <a:gd name="connsiteY43" fmla="*/ 1735289 h 5549975"/>
              <a:gd name="connsiteX44" fmla="*/ 4443918 w 4552297"/>
              <a:gd name="connsiteY44" fmla="*/ 1887374 h 5549975"/>
              <a:gd name="connsiteX45" fmla="*/ 4452609 w 4552297"/>
              <a:gd name="connsiteY45" fmla="*/ 1911536 h 5549975"/>
              <a:gd name="connsiteX46" fmla="*/ 4454887 w 4552297"/>
              <a:gd name="connsiteY46" fmla="*/ 1961755 h 5549975"/>
              <a:gd name="connsiteX47" fmla="*/ 4454006 w 4552297"/>
              <a:gd name="connsiteY47" fmla="*/ 1995384 h 5549975"/>
              <a:gd name="connsiteX48" fmla="*/ 4453544 w 4552297"/>
              <a:gd name="connsiteY48" fmla="*/ 2000244 h 5549975"/>
              <a:gd name="connsiteX49" fmla="*/ 4444424 w 4552297"/>
              <a:gd name="connsiteY49" fmla="*/ 2040142 h 5549975"/>
              <a:gd name="connsiteX50" fmla="*/ 4447689 w 4552297"/>
              <a:gd name="connsiteY50" fmla="*/ 2044087 h 5549975"/>
              <a:gd name="connsiteX51" fmla="*/ 4450530 w 4552297"/>
              <a:gd name="connsiteY51" fmla="*/ 2056904 h 5549975"/>
              <a:gd name="connsiteX52" fmla="*/ 4445789 w 4552297"/>
              <a:gd name="connsiteY52" fmla="*/ 2067489 h 5549975"/>
              <a:gd name="connsiteX53" fmla="*/ 4435605 w 4552297"/>
              <a:gd name="connsiteY53" fmla="*/ 2117719 h 5549975"/>
              <a:gd name="connsiteX54" fmla="*/ 4428274 w 4552297"/>
              <a:gd name="connsiteY54" fmla="*/ 2167300 h 5549975"/>
              <a:gd name="connsiteX55" fmla="*/ 4372191 w 4552297"/>
              <a:gd name="connsiteY55" fmla="*/ 3223633 h 5549975"/>
              <a:gd name="connsiteX56" fmla="*/ 4359405 w 4552297"/>
              <a:gd name="connsiteY56" fmla="*/ 3477281 h 5549975"/>
              <a:gd name="connsiteX57" fmla="*/ 4348320 w 4552297"/>
              <a:gd name="connsiteY57" fmla="*/ 3639984 h 5549975"/>
              <a:gd name="connsiteX58" fmla="*/ 4257559 w 4552297"/>
              <a:gd name="connsiteY58" fmla="*/ 5278921 h 5549975"/>
              <a:gd name="connsiteX59" fmla="*/ 4262857 w 4552297"/>
              <a:gd name="connsiteY59" fmla="*/ 5315626 h 5549975"/>
              <a:gd name="connsiteX60" fmla="*/ 4266391 w 4552297"/>
              <a:gd name="connsiteY60" fmla="*/ 5350090 h 5549975"/>
              <a:gd name="connsiteX61" fmla="*/ 4269223 w 4552297"/>
              <a:gd name="connsiteY61" fmla="*/ 5450399 h 5549975"/>
              <a:gd name="connsiteX62" fmla="*/ 4250666 w 4552297"/>
              <a:gd name="connsiteY62" fmla="*/ 5484804 h 5549975"/>
              <a:gd name="connsiteX63" fmla="*/ 4246014 w 4552297"/>
              <a:gd name="connsiteY63" fmla="*/ 5487504 h 5549975"/>
              <a:gd name="connsiteX64" fmla="*/ 4242557 w 4552297"/>
              <a:gd name="connsiteY64" fmla="*/ 5549951 h 5549975"/>
              <a:gd name="connsiteX65" fmla="*/ 11873 w 4552297"/>
              <a:gd name="connsiteY65" fmla="*/ 5314089 h 5549975"/>
              <a:gd name="connsiteX66" fmla="*/ 15679 w 4552297"/>
              <a:gd name="connsiteY66" fmla="*/ 5243704 h 5549975"/>
              <a:gd name="connsiteX67" fmla="*/ 3174 w 4552297"/>
              <a:gd name="connsiteY67" fmla="*/ 5239903 h 5549975"/>
              <a:gd name="connsiteX68" fmla="*/ 7394 w 4552297"/>
              <a:gd name="connsiteY68" fmla="*/ 5233298 h 5549975"/>
              <a:gd name="connsiteX69" fmla="*/ 7663 w 4552297"/>
              <a:gd name="connsiteY69" fmla="*/ 5230552 h 5549975"/>
              <a:gd name="connsiteX70" fmla="*/ 7933 w 4552297"/>
              <a:gd name="connsiteY70" fmla="*/ 5227804 h 5549975"/>
              <a:gd name="connsiteX71" fmla="*/ 8470 w 4552297"/>
              <a:gd name="connsiteY71" fmla="*/ 5222308 h 5549975"/>
              <a:gd name="connsiteX72" fmla="*/ 8155 w 4552297"/>
              <a:gd name="connsiteY72" fmla="*/ 5216405 h 5549975"/>
              <a:gd name="connsiteX73" fmla="*/ 7571 w 4552297"/>
              <a:gd name="connsiteY73" fmla="*/ 5213249 h 5549975"/>
              <a:gd name="connsiteX74" fmla="*/ 7840 w 4552297"/>
              <a:gd name="connsiteY74" fmla="*/ 5210500 h 5549975"/>
              <a:gd name="connsiteX75" fmla="*/ 7524 w 4552297"/>
              <a:gd name="connsiteY75" fmla="*/ 5204597 h 5549975"/>
              <a:gd name="connsiteX76" fmla="*/ 6941 w 4552297"/>
              <a:gd name="connsiteY76" fmla="*/ 5201441 h 5549975"/>
              <a:gd name="connsiteX77" fmla="*/ 6311 w 4552297"/>
              <a:gd name="connsiteY77" fmla="*/ 5189632 h 5549975"/>
              <a:gd name="connsiteX78" fmla="*/ 5727 w 4552297"/>
              <a:gd name="connsiteY78" fmla="*/ 5186477 h 5549975"/>
              <a:gd name="connsiteX79" fmla="*/ 5995 w 4552297"/>
              <a:gd name="connsiteY79" fmla="*/ 5183728 h 5549975"/>
              <a:gd name="connsiteX80" fmla="*/ 4560 w 4552297"/>
              <a:gd name="connsiteY80" fmla="*/ 5180163 h 5549975"/>
              <a:gd name="connsiteX81" fmla="*/ 21055 w 4552297"/>
              <a:gd name="connsiteY81" fmla="*/ 5144275 h 5549975"/>
              <a:gd name="connsiteX82" fmla="*/ 42491 w 4552297"/>
              <a:gd name="connsiteY82" fmla="*/ 4747825 h 5549975"/>
              <a:gd name="connsiteX83" fmla="*/ 0 w 4552297"/>
              <a:gd name="connsiteY83" fmla="*/ 3811601 h 5549975"/>
              <a:gd name="connsiteX84" fmla="*/ 302276 w 4552297"/>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218499 w 4549123"/>
              <a:gd name="connsiteY83" fmla="*/ 3822685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74412 w 4549123"/>
              <a:gd name="connsiteY83" fmla="*/ 3839310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74412 w 4549123"/>
              <a:gd name="connsiteY82" fmla="*/ 3839310 h 5549975"/>
              <a:gd name="connsiteX83" fmla="*/ 299102 w 4549123"/>
              <a:gd name="connsiteY83"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6798 w 4549123"/>
              <a:gd name="connsiteY81" fmla="*/ 5116566 h 5549975"/>
              <a:gd name="connsiteX82" fmla="*/ 74412 w 4549123"/>
              <a:gd name="connsiteY82" fmla="*/ 3839310 h 5549975"/>
              <a:gd name="connsiteX83" fmla="*/ 299102 w 4549123"/>
              <a:gd name="connsiteY83" fmla="*/ 0 h 5549975"/>
              <a:gd name="connsiteX0" fmla="*/ 304427 w 4554448"/>
              <a:gd name="connsiteY0" fmla="*/ 0 h 5549970"/>
              <a:gd name="connsiteX1" fmla="*/ 3306613 w 4554448"/>
              <a:gd name="connsiteY1" fmla="*/ 171842 h 5549970"/>
              <a:gd name="connsiteX2" fmla="*/ 4135424 w 4554448"/>
              <a:gd name="connsiteY2" fmla="*/ 226950 h 5549970"/>
              <a:gd name="connsiteX3" fmla="*/ 4508618 w 4554448"/>
              <a:gd name="connsiteY3" fmla="*/ 247374 h 5549970"/>
              <a:gd name="connsiteX4" fmla="*/ 4536497 w 4554448"/>
              <a:gd name="connsiteY4" fmla="*/ 269179 h 5549970"/>
              <a:gd name="connsiteX5" fmla="*/ 4534723 w 4554448"/>
              <a:gd name="connsiteY5" fmla="*/ 300930 h 5549970"/>
              <a:gd name="connsiteX6" fmla="*/ 4537645 w 4554448"/>
              <a:gd name="connsiteY6" fmla="*/ 302647 h 5549970"/>
              <a:gd name="connsiteX7" fmla="*/ 4554071 w 4554448"/>
              <a:gd name="connsiteY7" fmla="*/ 334222 h 5549970"/>
              <a:gd name="connsiteX8" fmla="*/ 4531810 w 4554448"/>
              <a:gd name="connsiteY8" fmla="*/ 391868 h 5549970"/>
              <a:gd name="connsiteX9" fmla="*/ 4528322 w 4554448"/>
              <a:gd name="connsiteY9" fmla="*/ 415489 h 5549970"/>
              <a:gd name="connsiteX10" fmla="*/ 4523217 w 4554448"/>
              <a:gd name="connsiteY10" fmla="*/ 506828 h 5549970"/>
              <a:gd name="connsiteX11" fmla="*/ 4522567 w 4554448"/>
              <a:gd name="connsiteY11" fmla="*/ 553245 h 5549970"/>
              <a:gd name="connsiteX12" fmla="*/ 4519468 w 4554448"/>
              <a:gd name="connsiteY12" fmla="*/ 581709 h 5549970"/>
              <a:gd name="connsiteX13" fmla="*/ 4518799 w 4554448"/>
              <a:gd name="connsiteY13" fmla="*/ 585890 h 5549970"/>
              <a:gd name="connsiteX14" fmla="*/ 4505862 w 4554448"/>
              <a:gd name="connsiteY14" fmla="*/ 817404 h 5549970"/>
              <a:gd name="connsiteX15" fmla="*/ 4507575 w 4554448"/>
              <a:gd name="connsiteY15" fmla="*/ 822238 h 5549970"/>
              <a:gd name="connsiteX16" fmla="*/ 4505424 w 4554448"/>
              <a:gd name="connsiteY16" fmla="*/ 846069 h 5549970"/>
              <a:gd name="connsiteX17" fmla="*/ 4503824 w 4554448"/>
              <a:gd name="connsiteY17" fmla="*/ 853854 h 5549970"/>
              <a:gd name="connsiteX18" fmla="*/ 4497586 w 4554448"/>
              <a:gd name="connsiteY18" fmla="*/ 965485 h 5549970"/>
              <a:gd name="connsiteX19" fmla="*/ 4499663 w 4554448"/>
              <a:gd name="connsiteY19" fmla="*/ 966385 h 5549970"/>
              <a:gd name="connsiteX20" fmla="*/ 4503782 w 4554448"/>
              <a:gd name="connsiteY20" fmla="*/ 1002567 h 5549970"/>
              <a:gd name="connsiteX21" fmla="*/ 4498984 w 4554448"/>
              <a:gd name="connsiteY21" fmla="*/ 1101094 h 5549970"/>
              <a:gd name="connsiteX22" fmla="*/ 4498879 w 4554448"/>
              <a:gd name="connsiteY22" fmla="*/ 1159389 h 5549970"/>
              <a:gd name="connsiteX23" fmla="*/ 4503182 w 4554448"/>
              <a:gd name="connsiteY23" fmla="*/ 1180505 h 5549970"/>
              <a:gd name="connsiteX24" fmla="*/ 4506272 w 4554448"/>
              <a:gd name="connsiteY24" fmla="*/ 1210687 h 5549970"/>
              <a:gd name="connsiteX25" fmla="*/ 4515089 w 4554448"/>
              <a:gd name="connsiteY25" fmla="*/ 1263157 h 5549970"/>
              <a:gd name="connsiteX26" fmla="*/ 4517366 w 4554448"/>
              <a:gd name="connsiteY26" fmla="*/ 1313374 h 5549970"/>
              <a:gd name="connsiteX27" fmla="*/ 4516486 w 4554448"/>
              <a:gd name="connsiteY27" fmla="*/ 1347004 h 5549970"/>
              <a:gd name="connsiteX28" fmla="*/ 4516023 w 4554448"/>
              <a:gd name="connsiteY28" fmla="*/ 1351864 h 5549970"/>
              <a:gd name="connsiteX29" fmla="*/ 4506904 w 4554448"/>
              <a:gd name="connsiteY29" fmla="*/ 1391762 h 5549970"/>
              <a:gd name="connsiteX30" fmla="*/ 4510168 w 4554448"/>
              <a:gd name="connsiteY30" fmla="*/ 1395707 h 5549970"/>
              <a:gd name="connsiteX31" fmla="*/ 4513010 w 4554448"/>
              <a:gd name="connsiteY31" fmla="*/ 1408524 h 5549970"/>
              <a:gd name="connsiteX32" fmla="*/ 4508269 w 4554448"/>
              <a:gd name="connsiteY32" fmla="*/ 1419109 h 5549970"/>
              <a:gd name="connsiteX33" fmla="*/ 4498085 w 4554448"/>
              <a:gd name="connsiteY33" fmla="*/ 1469337 h 5549970"/>
              <a:gd name="connsiteX34" fmla="*/ 4487188 w 4554448"/>
              <a:gd name="connsiteY34" fmla="*/ 1543038 h 5549970"/>
              <a:gd name="connsiteX35" fmla="*/ 4482307 w 4554448"/>
              <a:gd name="connsiteY35" fmla="*/ 1553997 h 5549970"/>
              <a:gd name="connsiteX36" fmla="*/ 4467879 w 4554448"/>
              <a:gd name="connsiteY36" fmla="*/ 1626071 h 5549970"/>
              <a:gd name="connsiteX37" fmla="*/ 4464164 w 4554448"/>
              <a:gd name="connsiteY37" fmla="*/ 1664103 h 5549970"/>
              <a:gd name="connsiteX38" fmla="*/ 4467824 w 4554448"/>
              <a:gd name="connsiteY38" fmla="*/ 1668558 h 5549970"/>
              <a:gd name="connsiteX39" fmla="*/ 4466174 w 4554448"/>
              <a:gd name="connsiteY39" fmla="*/ 1679756 h 5549970"/>
              <a:gd name="connsiteX40" fmla="*/ 4466586 w 4554448"/>
              <a:gd name="connsiteY40" fmla="*/ 1682815 h 5549970"/>
              <a:gd name="connsiteX41" fmla="*/ 4468097 w 4554448"/>
              <a:gd name="connsiteY41" fmla="*/ 1700268 h 5549970"/>
              <a:gd name="connsiteX42" fmla="*/ 4456627 w 4554448"/>
              <a:gd name="connsiteY42" fmla="*/ 1735163 h 5549970"/>
              <a:gd name="connsiteX43" fmla="*/ 4454567 w 4554448"/>
              <a:gd name="connsiteY43" fmla="*/ 1735289 h 5549970"/>
              <a:gd name="connsiteX44" fmla="*/ 4446069 w 4554448"/>
              <a:gd name="connsiteY44" fmla="*/ 1887374 h 5549970"/>
              <a:gd name="connsiteX45" fmla="*/ 4454760 w 4554448"/>
              <a:gd name="connsiteY45" fmla="*/ 1911536 h 5549970"/>
              <a:gd name="connsiteX46" fmla="*/ 4457038 w 4554448"/>
              <a:gd name="connsiteY46" fmla="*/ 1961755 h 5549970"/>
              <a:gd name="connsiteX47" fmla="*/ 4456157 w 4554448"/>
              <a:gd name="connsiteY47" fmla="*/ 1995384 h 5549970"/>
              <a:gd name="connsiteX48" fmla="*/ 4455695 w 4554448"/>
              <a:gd name="connsiteY48" fmla="*/ 2000244 h 5549970"/>
              <a:gd name="connsiteX49" fmla="*/ 4446575 w 4554448"/>
              <a:gd name="connsiteY49" fmla="*/ 2040142 h 5549970"/>
              <a:gd name="connsiteX50" fmla="*/ 4449840 w 4554448"/>
              <a:gd name="connsiteY50" fmla="*/ 2044087 h 5549970"/>
              <a:gd name="connsiteX51" fmla="*/ 4452681 w 4554448"/>
              <a:gd name="connsiteY51" fmla="*/ 2056904 h 5549970"/>
              <a:gd name="connsiteX52" fmla="*/ 4447940 w 4554448"/>
              <a:gd name="connsiteY52" fmla="*/ 2067489 h 5549970"/>
              <a:gd name="connsiteX53" fmla="*/ 4437756 w 4554448"/>
              <a:gd name="connsiteY53" fmla="*/ 2117719 h 5549970"/>
              <a:gd name="connsiteX54" fmla="*/ 4430425 w 4554448"/>
              <a:gd name="connsiteY54" fmla="*/ 2167300 h 5549970"/>
              <a:gd name="connsiteX55" fmla="*/ 4374342 w 4554448"/>
              <a:gd name="connsiteY55" fmla="*/ 3223633 h 5549970"/>
              <a:gd name="connsiteX56" fmla="*/ 4361556 w 4554448"/>
              <a:gd name="connsiteY56" fmla="*/ 3477281 h 5549970"/>
              <a:gd name="connsiteX57" fmla="*/ 4350471 w 4554448"/>
              <a:gd name="connsiteY57" fmla="*/ 3639984 h 5549970"/>
              <a:gd name="connsiteX58" fmla="*/ 4259710 w 4554448"/>
              <a:gd name="connsiteY58" fmla="*/ 5278921 h 5549970"/>
              <a:gd name="connsiteX59" fmla="*/ 4265008 w 4554448"/>
              <a:gd name="connsiteY59" fmla="*/ 5315626 h 5549970"/>
              <a:gd name="connsiteX60" fmla="*/ 4268542 w 4554448"/>
              <a:gd name="connsiteY60" fmla="*/ 5350090 h 5549970"/>
              <a:gd name="connsiteX61" fmla="*/ 4271374 w 4554448"/>
              <a:gd name="connsiteY61" fmla="*/ 5450399 h 5549970"/>
              <a:gd name="connsiteX62" fmla="*/ 4252817 w 4554448"/>
              <a:gd name="connsiteY62" fmla="*/ 5484804 h 5549970"/>
              <a:gd name="connsiteX63" fmla="*/ 4248165 w 4554448"/>
              <a:gd name="connsiteY63" fmla="*/ 5487504 h 5549970"/>
              <a:gd name="connsiteX64" fmla="*/ 4244708 w 4554448"/>
              <a:gd name="connsiteY64" fmla="*/ 5549951 h 5549970"/>
              <a:gd name="connsiteX65" fmla="*/ 0 w 4554448"/>
              <a:gd name="connsiteY65" fmla="*/ 5272016 h 5549970"/>
              <a:gd name="connsiteX66" fmla="*/ 17830 w 4554448"/>
              <a:gd name="connsiteY66" fmla="*/ 5243704 h 5549970"/>
              <a:gd name="connsiteX67" fmla="*/ 5325 w 4554448"/>
              <a:gd name="connsiteY67" fmla="*/ 5239903 h 5549970"/>
              <a:gd name="connsiteX68" fmla="*/ 9545 w 4554448"/>
              <a:gd name="connsiteY68" fmla="*/ 5233298 h 5549970"/>
              <a:gd name="connsiteX69" fmla="*/ 9814 w 4554448"/>
              <a:gd name="connsiteY69" fmla="*/ 5230552 h 5549970"/>
              <a:gd name="connsiteX70" fmla="*/ 10084 w 4554448"/>
              <a:gd name="connsiteY70" fmla="*/ 5227804 h 5549970"/>
              <a:gd name="connsiteX71" fmla="*/ 10621 w 4554448"/>
              <a:gd name="connsiteY71" fmla="*/ 5222308 h 5549970"/>
              <a:gd name="connsiteX72" fmla="*/ 10306 w 4554448"/>
              <a:gd name="connsiteY72" fmla="*/ 5216405 h 5549970"/>
              <a:gd name="connsiteX73" fmla="*/ 9722 w 4554448"/>
              <a:gd name="connsiteY73" fmla="*/ 5213249 h 5549970"/>
              <a:gd name="connsiteX74" fmla="*/ 9991 w 4554448"/>
              <a:gd name="connsiteY74" fmla="*/ 5210500 h 5549970"/>
              <a:gd name="connsiteX75" fmla="*/ 9675 w 4554448"/>
              <a:gd name="connsiteY75" fmla="*/ 5204597 h 5549970"/>
              <a:gd name="connsiteX76" fmla="*/ 9092 w 4554448"/>
              <a:gd name="connsiteY76" fmla="*/ 5201441 h 5549970"/>
              <a:gd name="connsiteX77" fmla="*/ 8462 w 4554448"/>
              <a:gd name="connsiteY77" fmla="*/ 5189632 h 5549970"/>
              <a:gd name="connsiteX78" fmla="*/ 7878 w 4554448"/>
              <a:gd name="connsiteY78" fmla="*/ 5186477 h 5549970"/>
              <a:gd name="connsiteX79" fmla="*/ 8146 w 4554448"/>
              <a:gd name="connsiteY79" fmla="*/ 5183728 h 5549970"/>
              <a:gd name="connsiteX80" fmla="*/ 6711 w 4554448"/>
              <a:gd name="connsiteY80" fmla="*/ 5180163 h 5549970"/>
              <a:gd name="connsiteX81" fmla="*/ 12123 w 4554448"/>
              <a:gd name="connsiteY81" fmla="*/ 5116566 h 5549970"/>
              <a:gd name="connsiteX82" fmla="*/ 79737 w 4554448"/>
              <a:gd name="connsiteY82" fmla="*/ 3839310 h 5549970"/>
              <a:gd name="connsiteX83" fmla="*/ 304427 w 4554448"/>
              <a:gd name="connsiteY83" fmla="*/ 0 h 5549970"/>
              <a:gd name="connsiteX0" fmla="*/ 338086 w 4588107"/>
              <a:gd name="connsiteY0" fmla="*/ 0 h 5549995"/>
              <a:gd name="connsiteX1" fmla="*/ 3340272 w 4588107"/>
              <a:gd name="connsiteY1" fmla="*/ 171842 h 5549995"/>
              <a:gd name="connsiteX2" fmla="*/ 4169083 w 4588107"/>
              <a:gd name="connsiteY2" fmla="*/ 226950 h 5549995"/>
              <a:gd name="connsiteX3" fmla="*/ 4542277 w 4588107"/>
              <a:gd name="connsiteY3" fmla="*/ 247374 h 5549995"/>
              <a:gd name="connsiteX4" fmla="*/ 4570156 w 4588107"/>
              <a:gd name="connsiteY4" fmla="*/ 269179 h 5549995"/>
              <a:gd name="connsiteX5" fmla="*/ 4568382 w 4588107"/>
              <a:gd name="connsiteY5" fmla="*/ 300930 h 5549995"/>
              <a:gd name="connsiteX6" fmla="*/ 4571304 w 4588107"/>
              <a:gd name="connsiteY6" fmla="*/ 302647 h 5549995"/>
              <a:gd name="connsiteX7" fmla="*/ 4587730 w 4588107"/>
              <a:gd name="connsiteY7" fmla="*/ 334222 h 5549995"/>
              <a:gd name="connsiteX8" fmla="*/ 4565469 w 4588107"/>
              <a:gd name="connsiteY8" fmla="*/ 391868 h 5549995"/>
              <a:gd name="connsiteX9" fmla="*/ 4561981 w 4588107"/>
              <a:gd name="connsiteY9" fmla="*/ 415489 h 5549995"/>
              <a:gd name="connsiteX10" fmla="*/ 4556876 w 4588107"/>
              <a:gd name="connsiteY10" fmla="*/ 506828 h 5549995"/>
              <a:gd name="connsiteX11" fmla="*/ 4556226 w 4588107"/>
              <a:gd name="connsiteY11" fmla="*/ 553245 h 5549995"/>
              <a:gd name="connsiteX12" fmla="*/ 4553127 w 4588107"/>
              <a:gd name="connsiteY12" fmla="*/ 581709 h 5549995"/>
              <a:gd name="connsiteX13" fmla="*/ 4552458 w 4588107"/>
              <a:gd name="connsiteY13" fmla="*/ 585890 h 5549995"/>
              <a:gd name="connsiteX14" fmla="*/ 4539521 w 4588107"/>
              <a:gd name="connsiteY14" fmla="*/ 817404 h 5549995"/>
              <a:gd name="connsiteX15" fmla="*/ 4541234 w 4588107"/>
              <a:gd name="connsiteY15" fmla="*/ 822238 h 5549995"/>
              <a:gd name="connsiteX16" fmla="*/ 4539083 w 4588107"/>
              <a:gd name="connsiteY16" fmla="*/ 846069 h 5549995"/>
              <a:gd name="connsiteX17" fmla="*/ 4537483 w 4588107"/>
              <a:gd name="connsiteY17" fmla="*/ 853854 h 5549995"/>
              <a:gd name="connsiteX18" fmla="*/ 4531245 w 4588107"/>
              <a:gd name="connsiteY18" fmla="*/ 965485 h 5549995"/>
              <a:gd name="connsiteX19" fmla="*/ 4533322 w 4588107"/>
              <a:gd name="connsiteY19" fmla="*/ 966385 h 5549995"/>
              <a:gd name="connsiteX20" fmla="*/ 4537441 w 4588107"/>
              <a:gd name="connsiteY20" fmla="*/ 1002567 h 5549995"/>
              <a:gd name="connsiteX21" fmla="*/ 4532643 w 4588107"/>
              <a:gd name="connsiteY21" fmla="*/ 1101094 h 5549995"/>
              <a:gd name="connsiteX22" fmla="*/ 4532538 w 4588107"/>
              <a:gd name="connsiteY22" fmla="*/ 1159389 h 5549995"/>
              <a:gd name="connsiteX23" fmla="*/ 4536841 w 4588107"/>
              <a:gd name="connsiteY23" fmla="*/ 1180505 h 5549995"/>
              <a:gd name="connsiteX24" fmla="*/ 4539931 w 4588107"/>
              <a:gd name="connsiteY24" fmla="*/ 1210687 h 5549995"/>
              <a:gd name="connsiteX25" fmla="*/ 4548748 w 4588107"/>
              <a:gd name="connsiteY25" fmla="*/ 1263157 h 5549995"/>
              <a:gd name="connsiteX26" fmla="*/ 4551025 w 4588107"/>
              <a:gd name="connsiteY26" fmla="*/ 1313374 h 5549995"/>
              <a:gd name="connsiteX27" fmla="*/ 4550145 w 4588107"/>
              <a:gd name="connsiteY27" fmla="*/ 1347004 h 5549995"/>
              <a:gd name="connsiteX28" fmla="*/ 4549682 w 4588107"/>
              <a:gd name="connsiteY28" fmla="*/ 1351864 h 5549995"/>
              <a:gd name="connsiteX29" fmla="*/ 4540563 w 4588107"/>
              <a:gd name="connsiteY29" fmla="*/ 1391762 h 5549995"/>
              <a:gd name="connsiteX30" fmla="*/ 4543827 w 4588107"/>
              <a:gd name="connsiteY30" fmla="*/ 1395707 h 5549995"/>
              <a:gd name="connsiteX31" fmla="*/ 4546669 w 4588107"/>
              <a:gd name="connsiteY31" fmla="*/ 1408524 h 5549995"/>
              <a:gd name="connsiteX32" fmla="*/ 4541928 w 4588107"/>
              <a:gd name="connsiteY32" fmla="*/ 1419109 h 5549995"/>
              <a:gd name="connsiteX33" fmla="*/ 4531744 w 4588107"/>
              <a:gd name="connsiteY33" fmla="*/ 1469337 h 5549995"/>
              <a:gd name="connsiteX34" fmla="*/ 4520847 w 4588107"/>
              <a:gd name="connsiteY34" fmla="*/ 1543038 h 5549995"/>
              <a:gd name="connsiteX35" fmla="*/ 4515966 w 4588107"/>
              <a:gd name="connsiteY35" fmla="*/ 1553997 h 5549995"/>
              <a:gd name="connsiteX36" fmla="*/ 4501538 w 4588107"/>
              <a:gd name="connsiteY36" fmla="*/ 1626071 h 5549995"/>
              <a:gd name="connsiteX37" fmla="*/ 4497823 w 4588107"/>
              <a:gd name="connsiteY37" fmla="*/ 1664103 h 5549995"/>
              <a:gd name="connsiteX38" fmla="*/ 4501483 w 4588107"/>
              <a:gd name="connsiteY38" fmla="*/ 1668558 h 5549995"/>
              <a:gd name="connsiteX39" fmla="*/ 4499833 w 4588107"/>
              <a:gd name="connsiteY39" fmla="*/ 1679756 h 5549995"/>
              <a:gd name="connsiteX40" fmla="*/ 4500245 w 4588107"/>
              <a:gd name="connsiteY40" fmla="*/ 1682815 h 5549995"/>
              <a:gd name="connsiteX41" fmla="*/ 4501756 w 4588107"/>
              <a:gd name="connsiteY41" fmla="*/ 1700268 h 5549995"/>
              <a:gd name="connsiteX42" fmla="*/ 4490286 w 4588107"/>
              <a:gd name="connsiteY42" fmla="*/ 1735163 h 5549995"/>
              <a:gd name="connsiteX43" fmla="*/ 4488226 w 4588107"/>
              <a:gd name="connsiteY43" fmla="*/ 1735289 h 5549995"/>
              <a:gd name="connsiteX44" fmla="*/ 4479728 w 4588107"/>
              <a:gd name="connsiteY44" fmla="*/ 1887374 h 5549995"/>
              <a:gd name="connsiteX45" fmla="*/ 4488419 w 4588107"/>
              <a:gd name="connsiteY45" fmla="*/ 1911536 h 5549995"/>
              <a:gd name="connsiteX46" fmla="*/ 4490697 w 4588107"/>
              <a:gd name="connsiteY46" fmla="*/ 1961755 h 5549995"/>
              <a:gd name="connsiteX47" fmla="*/ 4489816 w 4588107"/>
              <a:gd name="connsiteY47" fmla="*/ 1995384 h 5549995"/>
              <a:gd name="connsiteX48" fmla="*/ 4489354 w 4588107"/>
              <a:gd name="connsiteY48" fmla="*/ 2000244 h 5549995"/>
              <a:gd name="connsiteX49" fmla="*/ 4480234 w 4588107"/>
              <a:gd name="connsiteY49" fmla="*/ 2040142 h 5549995"/>
              <a:gd name="connsiteX50" fmla="*/ 4483499 w 4588107"/>
              <a:gd name="connsiteY50" fmla="*/ 2044087 h 5549995"/>
              <a:gd name="connsiteX51" fmla="*/ 4486340 w 4588107"/>
              <a:gd name="connsiteY51" fmla="*/ 2056904 h 5549995"/>
              <a:gd name="connsiteX52" fmla="*/ 4481599 w 4588107"/>
              <a:gd name="connsiteY52" fmla="*/ 2067489 h 5549995"/>
              <a:gd name="connsiteX53" fmla="*/ 4471415 w 4588107"/>
              <a:gd name="connsiteY53" fmla="*/ 2117719 h 5549995"/>
              <a:gd name="connsiteX54" fmla="*/ 4464084 w 4588107"/>
              <a:gd name="connsiteY54" fmla="*/ 2167300 h 5549995"/>
              <a:gd name="connsiteX55" fmla="*/ 4408001 w 4588107"/>
              <a:gd name="connsiteY55" fmla="*/ 3223633 h 5549995"/>
              <a:gd name="connsiteX56" fmla="*/ 4395215 w 4588107"/>
              <a:gd name="connsiteY56" fmla="*/ 3477281 h 5549995"/>
              <a:gd name="connsiteX57" fmla="*/ 4384130 w 4588107"/>
              <a:gd name="connsiteY57" fmla="*/ 3639984 h 5549995"/>
              <a:gd name="connsiteX58" fmla="*/ 4293369 w 4588107"/>
              <a:gd name="connsiteY58" fmla="*/ 5278921 h 5549995"/>
              <a:gd name="connsiteX59" fmla="*/ 4298667 w 4588107"/>
              <a:gd name="connsiteY59" fmla="*/ 5315626 h 5549995"/>
              <a:gd name="connsiteX60" fmla="*/ 4302201 w 4588107"/>
              <a:gd name="connsiteY60" fmla="*/ 5350090 h 5549995"/>
              <a:gd name="connsiteX61" fmla="*/ 4305033 w 4588107"/>
              <a:gd name="connsiteY61" fmla="*/ 5450399 h 5549995"/>
              <a:gd name="connsiteX62" fmla="*/ 4286476 w 4588107"/>
              <a:gd name="connsiteY62" fmla="*/ 5484804 h 5549995"/>
              <a:gd name="connsiteX63" fmla="*/ 4281824 w 4588107"/>
              <a:gd name="connsiteY63" fmla="*/ 5487504 h 5549995"/>
              <a:gd name="connsiteX64" fmla="*/ 4278367 w 4588107"/>
              <a:gd name="connsiteY64" fmla="*/ 5549951 h 5549995"/>
              <a:gd name="connsiteX65" fmla="*/ 0 w 4588107"/>
              <a:gd name="connsiteY65" fmla="*/ 5387017 h 5549995"/>
              <a:gd name="connsiteX66" fmla="*/ 51489 w 4588107"/>
              <a:gd name="connsiteY66" fmla="*/ 5243704 h 5549995"/>
              <a:gd name="connsiteX67" fmla="*/ 38984 w 4588107"/>
              <a:gd name="connsiteY67" fmla="*/ 5239903 h 5549995"/>
              <a:gd name="connsiteX68" fmla="*/ 43204 w 4588107"/>
              <a:gd name="connsiteY68" fmla="*/ 5233298 h 5549995"/>
              <a:gd name="connsiteX69" fmla="*/ 43473 w 4588107"/>
              <a:gd name="connsiteY69" fmla="*/ 5230552 h 5549995"/>
              <a:gd name="connsiteX70" fmla="*/ 43743 w 4588107"/>
              <a:gd name="connsiteY70" fmla="*/ 5227804 h 5549995"/>
              <a:gd name="connsiteX71" fmla="*/ 44280 w 4588107"/>
              <a:gd name="connsiteY71" fmla="*/ 5222308 h 5549995"/>
              <a:gd name="connsiteX72" fmla="*/ 43965 w 4588107"/>
              <a:gd name="connsiteY72" fmla="*/ 5216405 h 5549995"/>
              <a:gd name="connsiteX73" fmla="*/ 43381 w 4588107"/>
              <a:gd name="connsiteY73" fmla="*/ 5213249 h 5549995"/>
              <a:gd name="connsiteX74" fmla="*/ 43650 w 4588107"/>
              <a:gd name="connsiteY74" fmla="*/ 5210500 h 5549995"/>
              <a:gd name="connsiteX75" fmla="*/ 43334 w 4588107"/>
              <a:gd name="connsiteY75" fmla="*/ 5204597 h 5549995"/>
              <a:gd name="connsiteX76" fmla="*/ 42751 w 4588107"/>
              <a:gd name="connsiteY76" fmla="*/ 5201441 h 5549995"/>
              <a:gd name="connsiteX77" fmla="*/ 42121 w 4588107"/>
              <a:gd name="connsiteY77" fmla="*/ 5189632 h 5549995"/>
              <a:gd name="connsiteX78" fmla="*/ 41537 w 4588107"/>
              <a:gd name="connsiteY78" fmla="*/ 5186477 h 5549995"/>
              <a:gd name="connsiteX79" fmla="*/ 41805 w 4588107"/>
              <a:gd name="connsiteY79" fmla="*/ 5183728 h 5549995"/>
              <a:gd name="connsiteX80" fmla="*/ 40370 w 4588107"/>
              <a:gd name="connsiteY80" fmla="*/ 5180163 h 5549995"/>
              <a:gd name="connsiteX81" fmla="*/ 45782 w 4588107"/>
              <a:gd name="connsiteY81" fmla="*/ 5116566 h 5549995"/>
              <a:gd name="connsiteX82" fmla="*/ 113396 w 4588107"/>
              <a:gd name="connsiteY82" fmla="*/ 3839310 h 5549995"/>
              <a:gd name="connsiteX83" fmla="*/ 338086 w 4588107"/>
              <a:gd name="connsiteY83" fmla="*/ 0 h 5549995"/>
              <a:gd name="connsiteX0" fmla="*/ 299102 w 4549123"/>
              <a:gd name="connsiteY0" fmla="*/ 0 h 5549966"/>
              <a:gd name="connsiteX1" fmla="*/ 3301288 w 4549123"/>
              <a:gd name="connsiteY1" fmla="*/ 171842 h 5549966"/>
              <a:gd name="connsiteX2" fmla="*/ 4130099 w 4549123"/>
              <a:gd name="connsiteY2" fmla="*/ 226950 h 5549966"/>
              <a:gd name="connsiteX3" fmla="*/ 4503293 w 4549123"/>
              <a:gd name="connsiteY3" fmla="*/ 247374 h 5549966"/>
              <a:gd name="connsiteX4" fmla="*/ 4531172 w 4549123"/>
              <a:gd name="connsiteY4" fmla="*/ 269179 h 5549966"/>
              <a:gd name="connsiteX5" fmla="*/ 4529398 w 4549123"/>
              <a:gd name="connsiteY5" fmla="*/ 300930 h 5549966"/>
              <a:gd name="connsiteX6" fmla="*/ 4532320 w 4549123"/>
              <a:gd name="connsiteY6" fmla="*/ 302647 h 5549966"/>
              <a:gd name="connsiteX7" fmla="*/ 4548746 w 4549123"/>
              <a:gd name="connsiteY7" fmla="*/ 334222 h 5549966"/>
              <a:gd name="connsiteX8" fmla="*/ 4526485 w 4549123"/>
              <a:gd name="connsiteY8" fmla="*/ 391868 h 5549966"/>
              <a:gd name="connsiteX9" fmla="*/ 4522997 w 4549123"/>
              <a:gd name="connsiteY9" fmla="*/ 415489 h 5549966"/>
              <a:gd name="connsiteX10" fmla="*/ 4517892 w 4549123"/>
              <a:gd name="connsiteY10" fmla="*/ 506828 h 5549966"/>
              <a:gd name="connsiteX11" fmla="*/ 4517242 w 4549123"/>
              <a:gd name="connsiteY11" fmla="*/ 553245 h 5549966"/>
              <a:gd name="connsiteX12" fmla="*/ 4514143 w 4549123"/>
              <a:gd name="connsiteY12" fmla="*/ 581709 h 5549966"/>
              <a:gd name="connsiteX13" fmla="*/ 4513474 w 4549123"/>
              <a:gd name="connsiteY13" fmla="*/ 585890 h 5549966"/>
              <a:gd name="connsiteX14" fmla="*/ 4500537 w 4549123"/>
              <a:gd name="connsiteY14" fmla="*/ 817404 h 5549966"/>
              <a:gd name="connsiteX15" fmla="*/ 4502250 w 4549123"/>
              <a:gd name="connsiteY15" fmla="*/ 822238 h 5549966"/>
              <a:gd name="connsiteX16" fmla="*/ 4500099 w 4549123"/>
              <a:gd name="connsiteY16" fmla="*/ 846069 h 5549966"/>
              <a:gd name="connsiteX17" fmla="*/ 4498499 w 4549123"/>
              <a:gd name="connsiteY17" fmla="*/ 853854 h 5549966"/>
              <a:gd name="connsiteX18" fmla="*/ 4492261 w 4549123"/>
              <a:gd name="connsiteY18" fmla="*/ 965485 h 5549966"/>
              <a:gd name="connsiteX19" fmla="*/ 4494338 w 4549123"/>
              <a:gd name="connsiteY19" fmla="*/ 966385 h 5549966"/>
              <a:gd name="connsiteX20" fmla="*/ 4498457 w 4549123"/>
              <a:gd name="connsiteY20" fmla="*/ 1002567 h 5549966"/>
              <a:gd name="connsiteX21" fmla="*/ 4493659 w 4549123"/>
              <a:gd name="connsiteY21" fmla="*/ 1101094 h 5549966"/>
              <a:gd name="connsiteX22" fmla="*/ 4493554 w 4549123"/>
              <a:gd name="connsiteY22" fmla="*/ 1159389 h 5549966"/>
              <a:gd name="connsiteX23" fmla="*/ 4497857 w 4549123"/>
              <a:gd name="connsiteY23" fmla="*/ 1180505 h 5549966"/>
              <a:gd name="connsiteX24" fmla="*/ 4500947 w 4549123"/>
              <a:gd name="connsiteY24" fmla="*/ 1210687 h 5549966"/>
              <a:gd name="connsiteX25" fmla="*/ 4509764 w 4549123"/>
              <a:gd name="connsiteY25" fmla="*/ 1263157 h 5549966"/>
              <a:gd name="connsiteX26" fmla="*/ 4512041 w 4549123"/>
              <a:gd name="connsiteY26" fmla="*/ 1313374 h 5549966"/>
              <a:gd name="connsiteX27" fmla="*/ 4511161 w 4549123"/>
              <a:gd name="connsiteY27" fmla="*/ 1347004 h 5549966"/>
              <a:gd name="connsiteX28" fmla="*/ 4510698 w 4549123"/>
              <a:gd name="connsiteY28" fmla="*/ 1351864 h 5549966"/>
              <a:gd name="connsiteX29" fmla="*/ 4501579 w 4549123"/>
              <a:gd name="connsiteY29" fmla="*/ 1391762 h 5549966"/>
              <a:gd name="connsiteX30" fmla="*/ 4504843 w 4549123"/>
              <a:gd name="connsiteY30" fmla="*/ 1395707 h 5549966"/>
              <a:gd name="connsiteX31" fmla="*/ 4507685 w 4549123"/>
              <a:gd name="connsiteY31" fmla="*/ 1408524 h 5549966"/>
              <a:gd name="connsiteX32" fmla="*/ 4502944 w 4549123"/>
              <a:gd name="connsiteY32" fmla="*/ 1419109 h 5549966"/>
              <a:gd name="connsiteX33" fmla="*/ 4492760 w 4549123"/>
              <a:gd name="connsiteY33" fmla="*/ 1469337 h 5549966"/>
              <a:gd name="connsiteX34" fmla="*/ 4481863 w 4549123"/>
              <a:gd name="connsiteY34" fmla="*/ 1543038 h 5549966"/>
              <a:gd name="connsiteX35" fmla="*/ 4476982 w 4549123"/>
              <a:gd name="connsiteY35" fmla="*/ 1553997 h 5549966"/>
              <a:gd name="connsiteX36" fmla="*/ 4462554 w 4549123"/>
              <a:gd name="connsiteY36" fmla="*/ 1626071 h 5549966"/>
              <a:gd name="connsiteX37" fmla="*/ 4458839 w 4549123"/>
              <a:gd name="connsiteY37" fmla="*/ 1664103 h 5549966"/>
              <a:gd name="connsiteX38" fmla="*/ 4462499 w 4549123"/>
              <a:gd name="connsiteY38" fmla="*/ 1668558 h 5549966"/>
              <a:gd name="connsiteX39" fmla="*/ 4460849 w 4549123"/>
              <a:gd name="connsiteY39" fmla="*/ 1679756 h 5549966"/>
              <a:gd name="connsiteX40" fmla="*/ 4461261 w 4549123"/>
              <a:gd name="connsiteY40" fmla="*/ 1682815 h 5549966"/>
              <a:gd name="connsiteX41" fmla="*/ 4462772 w 4549123"/>
              <a:gd name="connsiteY41" fmla="*/ 1700268 h 5549966"/>
              <a:gd name="connsiteX42" fmla="*/ 4451302 w 4549123"/>
              <a:gd name="connsiteY42" fmla="*/ 1735163 h 5549966"/>
              <a:gd name="connsiteX43" fmla="*/ 4449242 w 4549123"/>
              <a:gd name="connsiteY43" fmla="*/ 1735289 h 5549966"/>
              <a:gd name="connsiteX44" fmla="*/ 4440744 w 4549123"/>
              <a:gd name="connsiteY44" fmla="*/ 1887374 h 5549966"/>
              <a:gd name="connsiteX45" fmla="*/ 4449435 w 4549123"/>
              <a:gd name="connsiteY45" fmla="*/ 1911536 h 5549966"/>
              <a:gd name="connsiteX46" fmla="*/ 4451713 w 4549123"/>
              <a:gd name="connsiteY46" fmla="*/ 1961755 h 5549966"/>
              <a:gd name="connsiteX47" fmla="*/ 4450832 w 4549123"/>
              <a:gd name="connsiteY47" fmla="*/ 1995384 h 5549966"/>
              <a:gd name="connsiteX48" fmla="*/ 4450370 w 4549123"/>
              <a:gd name="connsiteY48" fmla="*/ 2000244 h 5549966"/>
              <a:gd name="connsiteX49" fmla="*/ 4441250 w 4549123"/>
              <a:gd name="connsiteY49" fmla="*/ 2040142 h 5549966"/>
              <a:gd name="connsiteX50" fmla="*/ 4444515 w 4549123"/>
              <a:gd name="connsiteY50" fmla="*/ 2044087 h 5549966"/>
              <a:gd name="connsiteX51" fmla="*/ 4447356 w 4549123"/>
              <a:gd name="connsiteY51" fmla="*/ 2056904 h 5549966"/>
              <a:gd name="connsiteX52" fmla="*/ 4442615 w 4549123"/>
              <a:gd name="connsiteY52" fmla="*/ 2067489 h 5549966"/>
              <a:gd name="connsiteX53" fmla="*/ 4432431 w 4549123"/>
              <a:gd name="connsiteY53" fmla="*/ 2117719 h 5549966"/>
              <a:gd name="connsiteX54" fmla="*/ 4425100 w 4549123"/>
              <a:gd name="connsiteY54" fmla="*/ 2167300 h 5549966"/>
              <a:gd name="connsiteX55" fmla="*/ 4369017 w 4549123"/>
              <a:gd name="connsiteY55" fmla="*/ 3223633 h 5549966"/>
              <a:gd name="connsiteX56" fmla="*/ 4356231 w 4549123"/>
              <a:gd name="connsiteY56" fmla="*/ 3477281 h 5549966"/>
              <a:gd name="connsiteX57" fmla="*/ 4345146 w 4549123"/>
              <a:gd name="connsiteY57" fmla="*/ 3639984 h 5549966"/>
              <a:gd name="connsiteX58" fmla="*/ 4254385 w 4549123"/>
              <a:gd name="connsiteY58" fmla="*/ 5278921 h 5549966"/>
              <a:gd name="connsiteX59" fmla="*/ 4259683 w 4549123"/>
              <a:gd name="connsiteY59" fmla="*/ 5315626 h 5549966"/>
              <a:gd name="connsiteX60" fmla="*/ 4263217 w 4549123"/>
              <a:gd name="connsiteY60" fmla="*/ 5350090 h 5549966"/>
              <a:gd name="connsiteX61" fmla="*/ 4266049 w 4549123"/>
              <a:gd name="connsiteY61" fmla="*/ 5450399 h 5549966"/>
              <a:gd name="connsiteX62" fmla="*/ 4247492 w 4549123"/>
              <a:gd name="connsiteY62" fmla="*/ 5484804 h 5549966"/>
              <a:gd name="connsiteX63" fmla="*/ 4242840 w 4549123"/>
              <a:gd name="connsiteY63" fmla="*/ 5487504 h 5549966"/>
              <a:gd name="connsiteX64" fmla="*/ 4239383 w 4549123"/>
              <a:gd name="connsiteY64" fmla="*/ 5549951 h 5549966"/>
              <a:gd name="connsiteX65" fmla="*/ 266751 w 4549123"/>
              <a:gd name="connsiteY65" fmla="*/ 5218723 h 5549966"/>
              <a:gd name="connsiteX66" fmla="*/ 12505 w 4549123"/>
              <a:gd name="connsiteY66" fmla="*/ 5243704 h 5549966"/>
              <a:gd name="connsiteX67" fmla="*/ 0 w 4549123"/>
              <a:gd name="connsiteY67" fmla="*/ 5239903 h 5549966"/>
              <a:gd name="connsiteX68" fmla="*/ 4220 w 4549123"/>
              <a:gd name="connsiteY68" fmla="*/ 5233298 h 5549966"/>
              <a:gd name="connsiteX69" fmla="*/ 4489 w 4549123"/>
              <a:gd name="connsiteY69" fmla="*/ 5230552 h 5549966"/>
              <a:gd name="connsiteX70" fmla="*/ 4759 w 4549123"/>
              <a:gd name="connsiteY70" fmla="*/ 5227804 h 5549966"/>
              <a:gd name="connsiteX71" fmla="*/ 5296 w 4549123"/>
              <a:gd name="connsiteY71" fmla="*/ 5222308 h 5549966"/>
              <a:gd name="connsiteX72" fmla="*/ 4981 w 4549123"/>
              <a:gd name="connsiteY72" fmla="*/ 5216405 h 5549966"/>
              <a:gd name="connsiteX73" fmla="*/ 4397 w 4549123"/>
              <a:gd name="connsiteY73" fmla="*/ 5213249 h 5549966"/>
              <a:gd name="connsiteX74" fmla="*/ 4666 w 4549123"/>
              <a:gd name="connsiteY74" fmla="*/ 5210500 h 5549966"/>
              <a:gd name="connsiteX75" fmla="*/ 4350 w 4549123"/>
              <a:gd name="connsiteY75" fmla="*/ 5204597 h 5549966"/>
              <a:gd name="connsiteX76" fmla="*/ 3767 w 4549123"/>
              <a:gd name="connsiteY76" fmla="*/ 5201441 h 5549966"/>
              <a:gd name="connsiteX77" fmla="*/ 3137 w 4549123"/>
              <a:gd name="connsiteY77" fmla="*/ 5189632 h 5549966"/>
              <a:gd name="connsiteX78" fmla="*/ 2553 w 4549123"/>
              <a:gd name="connsiteY78" fmla="*/ 5186477 h 5549966"/>
              <a:gd name="connsiteX79" fmla="*/ 2821 w 4549123"/>
              <a:gd name="connsiteY79" fmla="*/ 5183728 h 5549966"/>
              <a:gd name="connsiteX80" fmla="*/ 1386 w 4549123"/>
              <a:gd name="connsiteY80" fmla="*/ 5180163 h 5549966"/>
              <a:gd name="connsiteX81" fmla="*/ 6798 w 4549123"/>
              <a:gd name="connsiteY81" fmla="*/ 5116566 h 5549966"/>
              <a:gd name="connsiteX82" fmla="*/ 74412 w 4549123"/>
              <a:gd name="connsiteY82" fmla="*/ 3839310 h 5549966"/>
              <a:gd name="connsiteX83" fmla="*/ 299102 w 4549123"/>
              <a:gd name="connsiteY83" fmla="*/ 0 h 5549966"/>
              <a:gd name="connsiteX0" fmla="*/ 303426 w 4553447"/>
              <a:gd name="connsiteY0" fmla="*/ 0 h 5549966"/>
              <a:gd name="connsiteX1" fmla="*/ 3305612 w 4553447"/>
              <a:gd name="connsiteY1" fmla="*/ 171842 h 5549966"/>
              <a:gd name="connsiteX2" fmla="*/ 4134423 w 4553447"/>
              <a:gd name="connsiteY2" fmla="*/ 226950 h 5549966"/>
              <a:gd name="connsiteX3" fmla="*/ 4507617 w 4553447"/>
              <a:gd name="connsiteY3" fmla="*/ 247374 h 5549966"/>
              <a:gd name="connsiteX4" fmla="*/ 4535496 w 4553447"/>
              <a:gd name="connsiteY4" fmla="*/ 269179 h 5549966"/>
              <a:gd name="connsiteX5" fmla="*/ 4533722 w 4553447"/>
              <a:gd name="connsiteY5" fmla="*/ 300930 h 5549966"/>
              <a:gd name="connsiteX6" fmla="*/ 4536644 w 4553447"/>
              <a:gd name="connsiteY6" fmla="*/ 302647 h 5549966"/>
              <a:gd name="connsiteX7" fmla="*/ 4553070 w 4553447"/>
              <a:gd name="connsiteY7" fmla="*/ 334222 h 5549966"/>
              <a:gd name="connsiteX8" fmla="*/ 4530809 w 4553447"/>
              <a:gd name="connsiteY8" fmla="*/ 391868 h 5549966"/>
              <a:gd name="connsiteX9" fmla="*/ 4527321 w 4553447"/>
              <a:gd name="connsiteY9" fmla="*/ 415489 h 5549966"/>
              <a:gd name="connsiteX10" fmla="*/ 4522216 w 4553447"/>
              <a:gd name="connsiteY10" fmla="*/ 506828 h 5549966"/>
              <a:gd name="connsiteX11" fmla="*/ 4521566 w 4553447"/>
              <a:gd name="connsiteY11" fmla="*/ 553245 h 5549966"/>
              <a:gd name="connsiteX12" fmla="*/ 4518467 w 4553447"/>
              <a:gd name="connsiteY12" fmla="*/ 581709 h 5549966"/>
              <a:gd name="connsiteX13" fmla="*/ 4517798 w 4553447"/>
              <a:gd name="connsiteY13" fmla="*/ 585890 h 5549966"/>
              <a:gd name="connsiteX14" fmla="*/ 4504861 w 4553447"/>
              <a:gd name="connsiteY14" fmla="*/ 817404 h 5549966"/>
              <a:gd name="connsiteX15" fmla="*/ 4506574 w 4553447"/>
              <a:gd name="connsiteY15" fmla="*/ 822238 h 5549966"/>
              <a:gd name="connsiteX16" fmla="*/ 4504423 w 4553447"/>
              <a:gd name="connsiteY16" fmla="*/ 846069 h 5549966"/>
              <a:gd name="connsiteX17" fmla="*/ 4502823 w 4553447"/>
              <a:gd name="connsiteY17" fmla="*/ 853854 h 5549966"/>
              <a:gd name="connsiteX18" fmla="*/ 4496585 w 4553447"/>
              <a:gd name="connsiteY18" fmla="*/ 965485 h 5549966"/>
              <a:gd name="connsiteX19" fmla="*/ 4498662 w 4553447"/>
              <a:gd name="connsiteY19" fmla="*/ 966385 h 5549966"/>
              <a:gd name="connsiteX20" fmla="*/ 4502781 w 4553447"/>
              <a:gd name="connsiteY20" fmla="*/ 1002567 h 5549966"/>
              <a:gd name="connsiteX21" fmla="*/ 4497983 w 4553447"/>
              <a:gd name="connsiteY21" fmla="*/ 1101094 h 5549966"/>
              <a:gd name="connsiteX22" fmla="*/ 4497878 w 4553447"/>
              <a:gd name="connsiteY22" fmla="*/ 1159389 h 5549966"/>
              <a:gd name="connsiteX23" fmla="*/ 4502181 w 4553447"/>
              <a:gd name="connsiteY23" fmla="*/ 1180505 h 5549966"/>
              <a:gd name="connsiteX24" fmla="*/ 4505271 w 4553447"/>
              <a:gd name="connsiteY24" fmla="*/ 1210687 h 5549966"/>
              <a:gd name="connsiteX25" fmla="*/ 4514088 w 4553447"/>
              <a:gd name="connsiteY25" fmla="*/ 1263157 h 5549966"/>
              <a:gd name="connsiteX26" fmla="*/ 4516365 w 4553447"/>
              <a:gd name="connsiteY26" fmla="*/ 1313374 h 5549966"/>
              <a:gd name="connsiteX27" fmla="*/ 4515485 w 4553447"/>
              <a:gd name="connsiteY27" fmla="*/ 1347004 h 5549966"/>
              <a:gd name="connsiteX28" fmla="*/ 4515022 w 4553447"/>
              <a:gd name="connsiteY28" fmla="*/ 1351864 h 5549966"/>
              <a:gd name="connsiteX29" fmla="*/ 4505903 w 4553447"/>
              <a:gd name="connsiteY29" fmla="*/ 1391762 h 5549966"/>
              <a:gd name="connsiteX30" fmla="*/ 4509167 w 4553447"/>
              <a:gd name="connsiteY30" fmla="*/ 1395707 h 5549966"/>
              <a:gd name="connsiteX31" fmla="*/ 4512009 w 4553447"/>
              <a:gd name="connsiteY31" fmla="*/ 1408524 h 5549966"/>
              <a:gd name="connsiteX32" fmla="*/ 4507268 w 4553447"/>
              <a:gd name="connsiteY32" fmla="*/ 1419109 h 5549966"/>
              <a:gd name="connsiteX33" fmla="*/ 4497084 w 4553447"/>
              <a:gd name="connsiteY33" fmla="*/ 1469337 h 5549966"/>
              <a:gd name="connsiteX34" fmla="*/ 4486187 w 4553447"/>
              <a:gd name="connsiteY34" fmla="*/ 1543038 h 5549966"/>
              <a:gd name="connsiteX35" fmla="*/ 4481306 w 4553447"/>
              <a:gd name="connsiteY35" fmla="*/ 1553997 h 5549966"/>
              <a:gd name="connsiteX36" fmla="*/ 4466878 w 4553447"/>
              <a:gd name="connsiteY36" fmla="*/ 1626071 h 5549966"/>
              <a:gd name="connsiteX37" fmla="*/ 4463163 w 4553447"/>
              <a:gd name="connsiteY37" fmla="*/ 1664103 h 5549966"/>
              <a:gd name="connsiteX38" fmla="*/ 4466823 w 4553447"/>
              <a:gd name="connsiteY38" fmla="*/ 1668558 h 5549966"/>
              <a:gd name="connsiteX39" fmla="*/ 4465173 w 4553447"/>
              <a:gd name="connsiteY39" fmla="*/ 1679756 h 5549966"/>
              <a:gd name="connsiteX40" fmla="*/ 4465585 w 4553447"/>
              <a:gd name="connsiteY40" fmla="*/ 1682815 h 5549966"/>
              <a:gd name="connsiteX41" fmla="*/ 4467096 w 4553447"/>
              <a:gd name="connsiteY41" fmla="*/ 1700268 h 5549966"/>
              <a:gd name="connsiteX42" fmla="*/ 4455626 w 4553447"/>
              <a:gd name="connsiteY42" fmla="*/ 1735163 h 5549966"/>
              <a:gd name="connsiteX43" fmla="*/ 4453566 w 4553447"/>
              <a:gd name="connsiteY43" fmla="*/ 1735289 h 5549966"/>
              <a:gd name="connsiteX44" fmla="*/ 4445068 w 4553447"/>
              <a:gd name="connsiteY44" fmla="*/ 1887374 h 5549966"/>
              <a:gd name="connsiteX45" fmla="*/ 4453759 w 4553447"/>
              <a:gd name="connsiteY45" fmla="*/ 1911536 h 5549966"/>
              <a:gd name="connsiteX46" fmla="*/ 4456037 w 4553447"/>
              <a:gd name="connsiteY46" fmla="*/ 1961755 h 5549966"/>
              <a:gd name="connsiteX47" fmla="*/ 4455156 w 4553447"/>
              <a:gd name="connsiteY47" fmla="*/ 1995384 h 5549966"/>
              <a:gd name="connsiteX48" fmla="*/ 4454694 w 4553447"/>
              <a:gd name="connsiteY48" fmla="*/ 2000244 h 5549966"/>
              <a:gd name="connsiteX49" fmla="*/ 4445574 w 4553447"/>
              <a:gd name="connsiteY49" fmla="*/ 2040142 h 5549966"/>
              <a:gd name="connsiteX50" fmla="*/ 4448839 w 4553447"/>
              <a:gd name="connsiteY50" fmla="*/ 2044087 h 5549966"/>
              <a:gd name="connsiteX51" fmla="*/ 4451680 w 4553447"/>
              <a:gd name="connsiteY51" fmla="*/ 2056904 h 5549966"/>
              <a:gd name="connsiteX52" fmla="*/ 4446939 w 4553447"/>
              <a:gd name="connsiteY52" fmla="*/ 2067489 h 5549966"/>
              <a:gd name="connsiteX53" fmla="*/ 4436755 w 4553447"/>
              <a:gd name="connsiteY53" fmla="*/ 2117719 h 5549966"/>
              <a:gd name="connsiteX54" fmla="*/ 4429424 w 4553447"/>
              <a:gd name="connsiteY54" fmla="*/ 2167300 h 5549966"/>
              <a:gd name="connsiteX55" fmla="*/ 4373341 w 4553447"/>
              <a:gd name="connsiteY55" fmla="*/ 3223633 h 5549966"/>
              <a:gd name="connsiteX56" fmla="*/ 4360555 w 4553447"/>
              <a:gd name="connsiteY56" fmla="*/ 3477281 h 5549966"/>
              <a:gd name="connsiteX57" fmla="*/ 4349470 w 4553447"/>
              <a:gd name="connsiteY57" fmla="*/ 3639984 h 5549966"/>
              <a:gd name="connsiteX58" fmla="*/ 4258709 w 4553447"/>
              <a:gd name="connsiteY58" fmla="*/ 5278921 h 5549966"/>
              <a:gd name="connsiteX59" fmla="*/ 4264007 w 4553447"/>
              <a:gd name="connsiteY59" fmla="*/ 5315626 h 5549966"/>
              <a:gd name="connsiteX60" fmla="*/ 4267541 w 4553447"/>
              <a:gd name="connsiteY60" fmla="*/ 5350090 h 5549966"/>
              <a:gd name="connsiteX61" fmla="*/ 4270373 w 4553447"/>
              <a:gd name="connsiteY61" fmla="*/ 5450399 h 5549966"/>
              <a:gd name="connsiteX62" fmla="*/ 4251816 w 4553447"/>
              <a:gd name="connsiteY62" fmla="*/ 5484804 h 5549966"/>
              <a:gd name="connsiteX63" fmla="*/ 4247164 w 4553447"/>
              <a:gd name="connsiteY63" fmla="*/ 5487504 h 5549966"/>
              <a:gd name="connsiteX64" fmla="*/ 4243707 w 4553447"/>
              <a:gd name="connsiteY64" fmla="*/ 5549951 h 5549966"/>
              <a:gd name="connsiteX65" fmla="*/ 271075 w 4553447"/>
              <a:gd name="connsiteY65" fmla="*/ 5218723 h 5549966"/>
              <a:gd name="connsiteX66" fmla="*/ 0 w 4553447"/>
              <a:gd name="connsiteY66" fmla="*/ 5280167 h 5549966"/>
              <a:gd name="connsiteX67" fmla="*/ 4324 w 4553447"/>
              <a:gd name="connsiteY67" fmla="*/ 5239903 h 5549966"/>
              <a:gd name="connsiteX68" fmla="*/ 8544 w 4553447"/>
              <a:gd name="connsiteY68" fmla="*/ 5233298 h 5549966"/>
              <a:gd name="connsiteX69" fmla="*/ 8813 w 4553447"/>
              <a:gd name="connsiteY69" fmla="*/ 5230552 h 5549966"/>
              <a:gd name="connsiteX70" fmla="*/ 9083 w 4553447"/>
              <a:gd name="connsiteY70" fmla="*/ 5227804 h 5549966"/>
              <a:gd name="connsiteX71" fmla="*/ 9620 w 4553447"/>
              <a:gd name="connsiteY71" fmla="*/ 5222308 h 5549966"/>
              <a:gd name="connsiteX72" fmla="*/ 9305 w 4553447"/>
              <a:gd name="connsiteY72" fmla="*/ 5216405 h 5549966"/>
              <a:gd name="connsiteX73" fmla="*/ 8721 w 4553447"/>
              <a:gd name="connsiteY73" fmla="*/ 5213249 h 5549966"/>
              <a:gd name="connsiteX74" fmla="*/ 8990 w 4553447"/>
              <a:gd name="connsiteY74" fmla="*/ 5210500 h 5549966"/>
              <a:gd name="connsiteX75" fmla="*/ 8674 w 4553447"/>
              <a:gd name="connsiteY75" fmla="*/ 5204597 h 5549966"/>
              <a:gd name="connsiteX76" fmla="*/ 8091 w 4553447"/>
              <a:gd name="connsiteY76" fmla="*/ 5201441 h 5549966"/>
              <a:gd name="connsiteX77" fmla="*/ 7461 w 4553447"/>
              <a:gd name="connsiteY77" fmla="*/ 5189632 h 5549966"/>
              <a:gd name="connsiteX78" fmla="*/ 6877 w 4553447"/>
              <a:gd name="connsiteY78" fmla="*/ 5186477 h 5549966"/>
              <a:gd name="connsiteX79" fmla="*/ 7145 w 4553447"/>
              <a:gd name="connsiteY79" fmla="*/ 5183728 h 5549966"/>
              <a:gd name="connsiteX80" fmla="*/ 5710 w 4553447"/>
              <a:gd name="connsiteY80" fmla="*/ 5180163 h 5549966"/>
              <a:gd name="connsiteX81" fmla="*/ 11122 w 4553447"/>
              <a:gd name="connsiteY81" fmla="*/ 5116566 h 5549966"/>
              <a:gd name="connsiteX82" fmla="*/ 78736 w 4553447"/>
              <a:gd name="connsiteY82" fmla="*/ 3839310 h 5549966"/>
              <a:gd name="connsiteX83" fmla="*/ 303426 w 4553447"/>
              <a:gd name="connsiteY83" fmla="*/ 0 h 5549966"/>
              <a:gd name="connsiteX0" fmla="*/ 303426 w 4553447"/>
              <a:gd name="connsiteY0" fmla="*/ 0 h 5549973"/>
              <a:gd name="connsiteX1" fmla="*/ 3305612 w 4553447"/>
              <a:gd name="connsiteY1" fmla="*/ 171842 h 5549973"/>
              <a:gd name="connsiteX2" fmla="*/ 4134423 w 4553447"/>
              <a:gd name="connsiteY2" fmla="*/ 226950 h 5549973"/>
              <a:gd name="connsiteX3" fmla="*/ 4507617 w 4553447"/>
              <a:gd name="connsiteY3" fmla="*/ 247374 h 5549973"/>
              <a:gd name="connsiteX4" fmla="*/ 4535496 w 4553447"/>
              <a:gd name="connsiteY4" fmla="*/ 269179 h 5549973"/>
              <a:gd name="connsiteX5" fmla="*/ 4533722 w 4553447"/>
              <a:gd name="connsiteY5" fmla="*/ 300930 h 5549973"/>
              <a:gd name="connsiteX6" fmla="*/ 4536644 w 4553447"/>
              <a:gd name="connsiteY6" fmla="*/ 302647 h 5549973"/>
              <a:gd name="connsiteX7" fmla="*/ 4553070 w 4553447"/>
              <a:gd name="connsiteY7" fmla="*/ 334222 h 5549973"/>
              <a:gd name="connsiteX8" fmla="*/ 4530809 w 4553447"/>
              <a:gd name="connsiteY8" fmla="*/ 391868 h 5549973"/>
              <a:gd name="connsiteX9" fmla="*/ 4527321 w 4553447"/>
              <a:gd name="connsiteY9" fmla="*/ 415489 h 5549973"/>
              <a:gd name="connsiteX10" fmla="*/ 4522216 w 4553447"/>
              <a:gd name="connsiteY10" fmla="*/ 506828 h 5549973"/>
              <a:gd name="connsiteX11" fmla="*/ 4521566 w 4553447"/>
              <a:gd name="connsiteY11" fmla="*/ 553245 h 5549973"/>
              <a:gd name="connsiteX12" fmla="*/ 4518467 w 4553447"/>
              <a:gd name="connsiteY12" fmla="*/ 581709 h 5549973"/>
              <a:gd name="connsiteX13" fmla="*/ 4517798 w 4553447"/>
              <a:gd name="connsiteY13" fmla="*/ 585890 h 5549973"/>
              <a:gd name="connsiteX14" fmla="*/ 4504861 w 4553447"/>
              <a:gd name="connsiteY14" fmla="*/ 817404 h 5549973"/>
              <a:gd name="connsiteX15" fmla="*/ 4506574 w 4553447"/>
              <a:gd name="connsiteY15" fmla="*/ 822238 h 5549973"/>
              <a:gd name="connsiteX16" fmla="*/ 4504423 w 4553447"/>
              <a:gd name="connsiteY16" fmla="*/ 846069 h 5549973"/>
              <a:gd name="connsiteX17" fmla="*/ 4502823 w 4553447"/>
              <a:gd name="connsiteY17" fmla="*/ 853854 h 5549973"/>
              <a:gd name="connsiteX18" fmla="*/ 4496585 w 4553447"/>
              <a:gd name="connsiteY18" fmla="*/ 965485 h 5549973"/>
              <a:gd name="connsiteX19" fmla="*/ 4498662 w 4553447"/>
              <a:gd name="connsiteY19" fmla="*/ 966385 h 5549973"/>
              <a:gd name="connsiteX20" fmla="*/ 4502781 w 4553447"/>
              <a:gd name="connsiteY20" fmla="*/ 1002567 h 5549973"/>
              <a:gd name="connsiteX21" fmla="*/ 4497983 w 4553447"/>
              <a:gd name="connsiteY21" fmla="*/ 1101094 h 5549973"/>
              <a:gd name="connsiteX22" fmla="*/ 4497878 w 4553447"/>
              <a:gd name="connsiteY22" fmla="*/ 1159389 h 5549973"/>
              <a:gd name="connsiteX23" fmla="*/ 4502181 w 4553447"/>
              <a:gd name="connsiteY23" fmla="*/ 1180505 h 5549973"/>
              <a:gd name="connsiteX24" fmla="*/ 4505271 w 4553447"/>
              <a:gd name="connsiteY24" fmla="*/ 1210687 h 5549973"/>
              <a:gd name="connsiteX25" fmla="*/ 4514088 w 4553447"/>
              <a:gd name="connsiteY25" fmla="*/ 1263157 h 5549973"/>
              <a:gd name="connsiteX26" fmla="*/ 4516365 w 4553447"/>
              <a:gd name="connsiteY26" fmla="*/ 1313374 h 5549973"/>
              <a:gd name="connsiteX27" fmla="*/ 4515485 w 4553447"/>
              <a:gd name="connsiteY27" fmla="*/ 1347004 h 5549973"/>
              <a:gd name="connsiteX28" fmla="*/ 4515022 w 4553447"/>
              <a:gd name="connsiteY28" fmla="*/ 1351864 h 5549973"/>
              <a:gd name="connsiteX29" fmla="*/ 4505903 w 4553447"/>
              <a:gd name="connsiteY29" fmla="*/ 1391762 h 5549973"/>
              <a:gd name="connsiteX30" fmla="*/ 4509167 w 4553447"/>
              <a:gd name="connsiteY30" fmla="*/ 1395707 h 5549973"/>
              <a:gd name="connsiteX31" fmla="*/ 4512009 w 4553447"/>
              <a:gd name="connsiteY31" fmla="*/ 1408524 h 5549973"/>
              <a:gd name="connsiteX32" fmla="*/ 4507268 w 4553447"/>
              <a:gd name="connsiteY32" fmla="*/ 1419109 h 5549973"/>
              <a:gd name="connsiteX33" fmla="*/ 4497084 w 4553447"/>
              <a:gd name="connsiteY33" fmla="*/ 1469337 h 5549973"/>
              <a:gd name="connsiteX34" fmla="*/ 4486187 w 4553447"/>
              <a:gd name="connsiteY34" fmla="*/ 1543038 h 5549973"/>
              <a:gd name="connsiteX35" fmla="*/ 4481306 w 4553447"/>
              <a:gd name="connsiteY35" fmla="*/ 1553997 h 5549973"/>
              <a:gd name="connsiteX36" fmla="*/ 4466878 w 4553447"/>
              <a:gd name="connsiteY36" fmla="*/ 1626071 h 5549973"/>
              <a:gd name="connsiteX37" fmla="*/ 4463163 w 4553447"/>
              <a:gd name="connsiteY37" fmla="*/ 1664103 h 5549973"/>
              <a:gd name="connsiteX38" fmla="*/ 4466823 w 4553447"/>
              <a:gd name="connsiteY38" fmla="*/ 1668558 h 5549973"/>
              <a:gd name="connsiteX39" fmla="*/ 4465173 w 4553447"/>
              <a:gd name="connsiteY39" fmla="*/ 1679756 h 5549973"/>
              <a:gd name="connsiteX40" fmla="*/ 4465585 w 4553447"/>
              <a:gd name="connsiteY40" fmla="*/ 1682815 h 5549973"/>
              <a:gd name="connsiteX41" fmla="*/ 4467096 w 4553447"/>
              <a:gd name="connsiteY41" fmla="*/ 1700268 h 5549973"/>
              <a:gd name="connsiteX42" fmla="*/ 4455626 w 4553447"/>
              <a:gd name="connsiteY42" fmla="*/ 1735163 h 5549973"/>
              <a:gd name="connsiteX43" fmla="*/ 4453566 w 4553447"/>
              <a:gd name="connsiteY43" fmla="*/ 1735289 h 5549973"/>
              <a:gd name="connsiteX44" fmla="*/ 4445068 w 4553447"/>
              <a:gd name="connsiteY44" fmla="*/ 1887374 h 5549973"/>
              <a:gd name="connsiteX45" fmla="*/ 4453759 w 4553447"/>
              <a:gd name="connsiteY45" fmla="*/ 1911536 h 5549973"/>
              <a:gd name="connsiteX46" fmla="*/ 4456037 w 4553447"/>
              <a:gd name="connsiteY46" fmla="*/ 1961755 h 5549973"/>
              <a:gd name="connsiteX47" fmla="*/ 4455156 w 4553447"/>
              <a:gd name="connsiteY47" fmla="*/ 1995384 h 5549973"/>
              <a:gd name="connsiteX48" fmla="*/ 4454694 w 4553447"/>
              <a:gd name="connsiteY48" fmla="*/ 2000244 h 5549973"/>
              <a:gd name="connsiteX49" fmla="*/ 4445574 w 4553447"/>
              <a:gd name="connsiteY49" fmla="*/ 2040142 h 5549973"/>
              <a:gd name="connsiteX50" fmla="*/ 4448839 w 4553447"/>
              <a:gd name="connsiteY50" fmla="*/ 2044087 h 5549973"/>
              <a:gd name="connsiteX51" fmla="*/ 4451680 w 4553447"/>
              <a:gd name="connsiteY51" fmla="*/ 2056904 h 5549973"/>
              <a:gd name="connsiteX52" fmla="*/ 4446939 w 4553447"/>
              <a:gd name="connsiteY52" fmla="*/ 2067489 h 5549973"/>
              <a:gd name="connsiteX53" fmla="*/ 4436755 w 4553447"/>
              <a:gd name="connsiteY53" fmla="*/ 2117719 h 5549973"/>
              <a:gd name="connsiteX54" fmla="*/ 4429424 w 4553447"/>
              <a:gd name="connsiteY54" fmla="*/ 2167300 h 5549973"/>
              <a:gd name="connsiteX55" fmla="*/ 4373341 w 4553447"/>
              <a:gd name="connsiteY55" fmla="*/ 3223633 h 5549973"/>
              <a:gd name="connsiteX56" fmla="*/ 4360555 w 4553447"/>
              <a:gd name="connsiteY56" fmla="*/ 3477281 h 5549973"/>
              <a:gd name="connsiteX57" fmla="*/ 4349470 w 4553447"/>
              <a:gd name="connsiteY57" fmla="*/ 3639984 h 5549973"/>
              <a:gd name="connsiteX58" fmla="*/ 4258709 w 4553447"/>
              <a:gd name="connsiteY58" fmla="*/ 5278921 h 5549973"/>
              <a:gd name="connsiteX59" fmla="*/ 4264007 w 4553447"/>
              <a:gd name="connsiteY59" fmla="*/ 5315626 h 5549973"/>
              <a:gd name="connsiteX60" fmla="*/ 4267541 w 4553447"/>
              <a:gd name="connsiteY60" fmla="*/ 5350090 h 5549973"/>
              <a:gd name="connsiteX61" fmla="*/ 4270373 w 4553447"/>
              <a:gd name="connsiteY61" fmla="*/ 5450399 h 5549973"/>
              <a:gd name="connsiteX62" fmla="*/ 4251816 w 4553447"/>
              <a:gd name="connsiteY62" fmla="*/ 5484804 h 5549973"/>
              <a:gd name="connsiteX63" fmla="*/ 4247164 w 4553447"/>
              <a:gd name="connsiteY63" fmla="*/ 5487504 h 5549973"/>
              <a:gd name="connsiteX64" fmla="*/ 4243707 w 4553447"/>
              <a:gd name="connsiteY64" fmla="*/ 5549951 h 5549973"/>
              <a:gd name="connsiteX65" fmla="*/ 310344 w 4553447"/>
              <a:gd name="connsiteY65" fmla="*/ 5297261 h 5549973"/>
              <a:gd name="connsiteX66" fmla="*/ 0 w 4553447"/>
              <a:gd name="connsiteY66" fmla="*/ 5280167 h 5549973"/>
              <a:gd name="connsiteX67" fmla="*/ 4324 w 4553447"/>
              <a:gd name="connsiteY67" fmla="*/ 5239903 h 5549973"/>
              <a:gd name="connsiteX68" fmla="*/ 8544 w 4553447"/>
              <a:gd name="connsiteY68" fmla="*/ 5233298 h 5549973"/>
              <a:gd name="connsiteX69" fmla="*/ 8813 w 4553447"/>
              <a:gd name="connsiteY69" fmla="*/ 5230552 h 5549973"/>
              <a:gd name="connsiteX70" fmla="*/ 9083 w 4553447"/>
              <a:gd name="connsiteY70" fmla="*/ 5227804 h 5549973"/>
              <a:gd name="connsiteX71" fmla="*/ 9620 w 4553447"/>
              <a:gd name="connsiteY71" fmla="*/ 5222308 h 5549973"/>
              <a:gd name="connsiteX72" fmla="*/ 9305 w 4553447"/>
              <a:gd name="connsiteY72" fmla="*/ 5216405 h 5549973"/>
              <a:gd name="connsiteX73" fmla="*/ 8721 w 4553447"/>
              <a:gd name="connsiteY73" fmla="*/ 5213249 h 5549973"/>
              <a:gd name="connsiteX74" fmla="*/ 8990 w 4553447"/>
              <a:gd name="connsiteY74" fmla="*/ 5210500 h 5549973"/>
              <a:gd name="connsiteX75" fmla="*/ 8674 w 4553447"/>
              <a:gd name="connsiteY75" fmla="*/ 5204597 h 5549973"/>
              <a:gd name="connsiteX76" fmla="*/ 8091 w 4553447"/>
              <a:gd name="connsiteY76" fmla="*/ 5201441 h 5549973"/>
              <a:gd name="connsiteX77" fmla="*/ 7461 w 4553447"/>
              <a:gd name="connsiteY77" fmla="*/ 5189632 h 5549973"/>
              <a:gd name="connsiteX78" fmla="*/ 6877 w 4553447"/>
              <a:gd name="connsiteY78" fmla="*/ 5186477 h 5549973"/>
              <a:gd name="connsiteX79" fmla="*/ 7145 w 4553447"/>
              <a:gd name="connsiteY79" fmla="*/ 5183728 h 5549973"/>
              <a:gd name="connsiteX80" fmla="*/ 5710 w 4553447"/>
              <a:gd name="connsiteY80" fmla="*/ 5180163 h 5549973"/>
              <a:gd name="connsiteX81" fmla="*/ 11122 w 4553447"/>
              <a:gd name="connsiteY81" fmla="*/ 5116566 h 5549973"/>
              <a:gd name="connsiteX82" fmla="*/ 78736 w 4553447"/>
              <a:gd name="connsiteY82" fmla="*/ 3839310 h 5549973"/>
              <a:gd name="connsiteX83" fmla="*/ 303426 w 4553447"/>
              <a:gd name="connsiteY83" fmla="*/ 0 h 5549973"/>
              <a:gd name="connsiteX0" fmla="*/ 303426 w 4553447"/>
              <a:gd name="connsiteY0" fmla="*/ 0 h 5549974"/>
              <a:gd name="connsiteX1" fmla="*/ 3305612 w 4553447"/>
              <a:gd name="connsiteY1" fmla="*/ 171842 h 5549974"/>
              <a:gd name="connsiteX2" fmla="*/ 4134423 w 4553447"/>
              <a:gd name="connsiteY2" fmla="*/ 226950 h 5549974"/>
              <a:gd name="connsiteX3" fmla="*/ 4507617 w 4553447"/>
              <a:gd name="connsiteY3" fmla="*/ 247374 h 5549974"/>
              <a:gd name="connsiteX4" fmla="*/ 4535496 w 4553447"/>
              <a:gd name="connsiteY4" fmla="*/ 269179 h 5549974"/>
              <a:gd name="connsiteX5" fmla="*/ 4533722 w 4553447"/>
              <a:gd name="connsiteY5" fmla="*/ 300930 h 5549974"/>
              <a:gd name="connsiteX6" fmla="*/ 4536644 w 4553447"/>
              <a:gd name="connsiteY6" fmla="*/ 302647 h 5549974"/>
              <a:gd name="connsiteX7" fmla="*/ 4553070 w 4553447"/>
              <a:gd name="connsiteY7" fmla="*/ 334222 h 5549974"/>
              <a:gd name="connsiteX8" fmla="*/ 4530809 w 4553447"/>
              <a:gd name="connsiteY8" fmla="*/ 391868 h 5549974"/>
              <a:gd name="connsiteX9" fmla="*/ 4527321 w 4553447"/>
              <a:gd name="connsiteY9" fmla="*/ 415489 h 5549974"/>
              <a:gd name="connsiteX10" fmla="*/ 4522216 w 4553447"/>
              <a:gd name="connsiteY10" fmla="*/ 506828 h 5549974"/>
              <a:gd name="connsiteX11" fmla="*/ 4521566 w 4553447"/>
              <a:gd name="connsiteY11" fmla="*/ 553245 h 5549974"/>
              <a:gd name="connsiteX12" fmla="*/ 4518467 w 4553447"/>
              <a:gd name="connsiteY12" fmla="*/ 581709 h 5549974"/>
              <a:gd name="connsiteX13" fmla="*/ 4517798 w 4553447"/>
              <a:gd name="connsiteY13" fmla="*/ 585890 h 5549974"/>
              <a:gd name="connsiteX14" fmla="*/ 4504861 w 4553447"/>
              <a:gd name="connsiteY14" fmla="*/ 817404 h 5549974"/>
              <a:gd name="connsiteX15" fmla="*/ 4506574 w 4553447"/>
              <a:gd name="connsiteY15" fmla="*/ 822238 h 5549974"/>
              <a:gd name="connsiteX16" fmla="*/ 4504423 w 4553447"/>
              <a:gd name="connsiteY16" fmla="*/ 846069 h 5549974"/>
              <a:gd name="connsiteX17" fmla="*/ 4502823 w 4553447"/>
              <a:gd name="connsiteY17" fmla="*/ 853854 h 5549974"/>
              <a:gd name="connsiteX18" fmla="*/ 4496585 w 4553447"/>
              <a:gd name="connsiteY18" fmla="*/ 965485 h 5549974"/>
              <a:gd name="connsiteX19" fmla="*/ 4498662 w 4553447"/>
              <a:gd name="connsiteY19" fmla="*/ 966385 h 5549974"/>
              <a:gd name="connsiteX20" fmla="*/ 4502781 w 4553447"/>
              <a:gd name="connsiteY20" fmla="*/ 1002567 h 5549974"/>
              <a:gd name="connsiteX21" fmla="*/ 4497983 w 4553447"/>
              <a:gd name="connsiteY21" fmla="*/ 1101094 h 5549974"/>
              <a:gd name="connsiteX22" fmla="*/ 4497878 w 4553447"/>
              <a:gd name="connsiteY22" fmla="*/ 1159389 h 5549974"/>
              <a:gd name="connsiteX23" fmla="*/ 4502181 w 4553447"/>
              <a:gd name="connsiteY23" fmla="*/ 1180505 h 5549974"/>
              <a:gd name="connsiteX24" fmla="*/ 4505271 w 4553447"/>
              <a:gd name="connsiteY24" fmla="*/ 1210687 h 5549974"/>
              <a:gd name="connsiteX25" fmla="*/ 4514088 w 4553447"/>
              <a:gd name="connsiteY25" fmla="*/ 1263157 h 5549974"/>
              <a:gd name="connsiteX26" fmla="*/ 4516365 w 4553447"/>
              <a:gd name="connsiteY26" fmla="*/ 1313374 h 5549974"/>
              <a:gd name="connsiteX27" fmla="*/ 4515485 w 4553447"/>
              <a:gd name="connsiteY27" fmla="*/ 1347004 h 5549974"/>
              <a:gd name="connsiteX28" fmla="*/ 4515022 w 4553447"/>
              <a:gd name="connsiteY28" fmla="*/ 1351864 h 5549974"/>
              <a:gd name="connsiteX29" fmla="*/ 4505903 w 4553447"/>
              <a:gd name="connsiteY29" fmla="*/ 1391762 h 5549974"/>
              <a:gd name="connsiteX30" fmla="*/ 4509167 w 4553447"/>
              <a:gd name="connsiteY30" fmla="*/ 1395707 h 5549974"/>
              <a:gd name="connsiteX31" fmla="*/ 4512009 w 4553447"/>
              <a:gd name="connsiteY31" fmla="*/ 1408524 h 5549974"/>
              <a:gd name="connsiteX32" fmla="*/ 4507268 w 4553447"/>
              <a:gd name="connsiteY32" fmla="*/ 1419109 h 5549974"/>
              <a:gd name="connsiteX33" fmla="*/ 4497084 w 4553447"/>
              <a:gd name="connsiteY33" fmla="*/ 1469337 h 5549974"/>
              <a:gd name="connsiteX34" fmla="*/ 4486187 w 4553447"/>
              <a:gd name="connsiteY34" fmla="*/ 1543038 h 5549974"/>
              <a:gd name="connsiteX35" fmla="*/ 4481306 w 4553447"/>
              <a:gd name="connsiteY35" fmla="*/ 1553997 h 5549974"/>
              <a:gd name="connsiteX36" fmla="*/ 4466878 w 4553447"/>
              <a:gd name="connsiteY36" fmla="*/ 1626071 h 5549974"/>
              <a:gd name="connsiteX37" fmla="*/ 4463163 w 4553447"/>
              <a:gd name="connsiteY37" fmla="*/ 1664103 h 5549974"/>
              <a:gd name="connsiteX38" fmla="*/ 4466823 w 4553447"/>
              <a:gd name="connsiteY38" fmla="*/ 1668558 h 5549974"/>
              <a:gd name="connsiteX39" fmla="*/ 4465173 w 4553447"/>
              <a:gd name="connsiteY39" fmla="*/ 1679756 h 5549974"/>
              <a:gd name="connsiteX40" fmla="*/ 4465585 w 4553447"/>
              <a:gd name="connsiteY40" fmla="*/ 1682815 h 5549974"/>
              <a:gd name="connsiteX41" fmla="*/ 4467096 w 4553447"/>
              <a:gd name="connsiteY41" fmla="*/ 1700268 h 5549974"/>
              <a:gd name="connsiteX42" fmla="*/ 4455626 w 4553447"/>
              <a:gd name="connsiteY42" fmla="*/ 1735163 h 5549974"/>
              <a:gd name="connsiteX43" fmla="*/ 4453566 w 4553447"/>
              <a:gd name="connsiteY43" fmla="*/ 1735289 h 5549974"/>
              <a:gd name="connsiteX44" fmla="*/ 4445068 w 4553447"/>
              <a:gd name="connsiteY44" fmla="*/ 1887374 h 5549974"/>
              <a:gd name="connsiteX45" fmla="*/ 4453759 w 4553447"/>
              <a:gd name="connsiteY45" fmla="*/ 1911536 h 5549974"/>
              <a:gd name="connsiteX46" fmla="*/ 4456037 w 4553447"/>
              <a:gd name="connsiteY46" fmla="*/ 1961755 h 5549974"/>
              <a:gd name="connsiteX47" fmla="*/ 4455156 w 4553447"/>
              <a:gd name="connsiteY47" fmla="*/ 1995384 h 5549974"/>
              <a:gd name="connsiteX48" fmla="*/ 4454694 w 4553447"/>
              <a:gd name="connsiteY48" fmla="*/ 2000244 h 5549974"/>
              <a:gd name="connsiteX49" fmla="*/ 4445574 w 4553447"/>
              <a:gd name="connsiteY49" fmla="*/ 2040142 h 5549974"/>
              <a:gd name="connsiteX50" fmla="*/ 4448839 w 4553447"/>
              <a:gd name="connsiteY50" fmla="*/ 2044087 h 5549974"/>
              <a:gd name="connsiteX51" fmla="*/ 4451680 w 4553447"/>
              <a:gd name="connsiteY51" fmla="*/ 2056904 h 5549974"/>
              <a:gd name="connsiteX52" fmla="*/ 4446939 w 4553447"/>
              <a:gd name="connsiteY52" fmla="*/ 2067489 h 5549974"/>
              <a:gd name="connsiteX53" fmla="*/ 4436755 w 4553447"/>
              <a:gd name="connsiteY53" fmla="*/ 2117719 h 5549974"/>
              <a:gd name="connsiteX54" fmla="*/ 4429424 w 4553447"/>
              <a:gd name="connsiteY54" fmla="*/ 2167300 h 5549974"/>
              <a:gd name="connsiteX55" fmla="*/ 4373341 w 4553447"/>
              <a:gd name="connsiteY55" fmla="*/ 3223633 h 5549974"/>
              <a:gd name="connsiteX56" fmla="*/ 4360555 w 4553447"/>
              <a:gd name="connsiteY56" fmla="*/ 3477281 h 5549974"/>
              <a:gd name="connsiteX57" fmla="*/ 4349470 w 4553447"/>
              <a:gd name="connsiteY57" fmla="*/ 3639984 h 5549974"/>
              <a:gd name="connsiteX58" fmla="*/ 4258709 w 4553447"/>
              <a:gd name="connsiteY58" fmla="*/ 5278921 h 5549974"/>
              <a:gd name="connsiteX59" fmla="*/ 4264007 w 4553447"/>
              <a:gd name="connsiteY59" fmla="*/ 5315626 h 5549974"/>
              <a:gd name="connsiteX60" fmla="*/ 4267541 w 4553447"/>
              <a:gd name="connsiteY60" fmla="*/ 5350090 h 5549974"/>
              <a:gd name="connsiteX61" fmla="*/ 4270373 w 4553447"/>
              <a:gd name="connsiteY61" fmla="*/ 5450399 h 5549974"/>
              <a:gd name="connsiteX62" fmla="*/ 4251816 w 4553447"/>
              <a:gd name="connsiteY62" fmla="*/ 5484804 h 5549974"/>
              <a:gd name="connsiteX63" fmla="*/ 4247164 w 4553447"/>
              <a:gd name="connsiteY63" fmla="*/ 5487504 h 5549974"/>
              <a:gd name="connsiteX64" fmla="*/ 4243707 w 4553447"/>
              <a:gd name="connsiteY64" fmla="*/ 5549951 h 5549974"/>
              <a:gd name="connsiteX65" fmla="*/ 310344 w 4553447"/>
              <a:gd name="connsiteY65" fmla="*/ 5297261 h 5549974"/>
              <a:gd name="connsiteX66" fmla="*/ 0 w 4553447"/>
              <a:gd name="connsiteY66" fmla="*/ 5280167 h 5549974"/>
              <a:gd name="connsiteX67" fmla="*/ 4324 w 4553447"/>
              <a:gd name="connsiteY67" fmla="*/ 5239903 h 5549974"/>
              <a:gd name="connsiteX68" fmla="*/ 8544 w 4553447"/>
              <a:gd name="connsiteY68" fmla="*/ 5233298 h 5549974"/>
              <a:gd name="connsiteX69" fmla="*/ 8813 w 4553447"/>
              <a:gd name="connsiteY69" fmla="*/ 5230552 h 5549974"/>
              <a:gd name="connsiteX70" fmla="*/ 9083 w 4553447"/>
              <a:gd name="connsiteY70" fmla="*/ 5227804 h 5549974"/>
              <a:gd name="connsiteX71" fmla="*/ 9620 w 4553447"/>
              <a:gd name="connsiteY71" fmla="*/ 5222308 h 5549974"/>
              <a:gd name="connsiteX72" fmla="*/ 9305 w 4553447"/>
              <a:gd name="connsiteY72" fmla="*/ 5216405 h 5549974"/>
              <a:gd name="connsiteX73" fmla="*/ 8721 w 4553447"/>
              <a:gd name="connsiteY73" fmla="*/ 5213249 h 5549974"/>
              <a:gd name="connsiteX74" fmla="*/ 8990 w 4553447"/>
              <a:gd name="connsiteY74" fmla="*/ 5210500 h 5549974"/>
              <a:gd name="connsiteX75" fmla="*/ 8674 w 4553447"/>
              <a:gd name="connsiteY75" fmla="*/ 5204597 h 5549974"/>
              <a:gd name="connsiteX76" fmla="*/ 8091 w 4553447"/>
              <a:gd name="connsiteY76" fmla="*/ 5201441 h 5549974"/>
              <a:gd name="connsiteX77" fmla="*/ 7461 w 4553447"/>
              <a:gd name="connsiteY77" fmla="*/ 5189632 h 5549974"/>
              <a:gd name="connsiteX78" fmla="*/ 6877 w 4553447"/>
              <a:gd name="connsiteY78" fmla="*/ 5186477 h 5549974"/>
              <a:gd name="connsiteX79" fmla="*/ 7145 w 4553447"/>
              <a:gd name="connsiteY79" fmla="*/ 5183728 h 5549974"/>
              <a:gd name="connsiteX80" fmla="*/ 5710 w 4553447"/>
              <a:gd name="connsiteY80" fmla="*/ 5180163 h 5549974"/>
              <a:gd name="connsiteX81" fmla="*/ 11122 w 4553447"/>
              <a:gd name="connsiteY81" fmla="*/ 5116566 h 5549974"/>
              <a:gd name="connsiteX82" fmla="*/ 78736 w 4553447"/>
              <a:gd name="connsiteY82" fmla="*/ 3839310 h 5549974"/>
              <a:gd name="connsiteX83" fmla="*/ 303426 w 4553447"/>
              <a:gd name="connsiteY83" fmla="*/ 0 h 5549974"/>
              <a:gd name="connsiteX0" fmla="*/ 303343 w 4553364"/>
              <a:gd name="connsiteY0" fmla="*/ 0 h 5549974"/>
              <a:gd name="connsiteX1" fmla="*/ 3305529 w 4553364"/>
              <a:gd name="connsiteY1" fmla="*/ 171842 h 5549974"/>
              <a:gd name="connsiteX2" fmla="*/ 4134340 w 4553364"/>
              <a:gd name="connsiteY2" fmla="*/ 226950 h 5549974"/>
              <a:gd name="connsiteX3" fmla="*/ 4507534 w 4553364"/>
              <a:gd name="connsiteY3" fmla="*/ 247374 h 5549974"/>
              <a:gd name="connsiteX4" fmla="*/ 4535413 w 4553364"/>
              <a:gd name="connsiteY4" fmla="*/ 269179 h 5549974"/>
              <a:gd name="connsiteX5" fmla="*/ 4533639 w 4553364"/>
              <a:gd name="connsiteY5" fmla="*/ 300930 h 5549974"/>
              <a:gd name="connsiteX6" fmla="*/ 4536561 w 4553364"/>
              <a:gd name="connsiteY6" fmla="*/ 302647 h 5549974"/>
              <a:gd name="connsiteX7" fmla="*/ 4552987 w 4553364"/>
              <a:gd name="connsiteY7" fmla="*/ 334222 h 5549974"/>
              <a:gd name="connsiteX8" fmla="*/ 4530726 w 4553364"/>
              <a:gd name="connsiteY8" fmla="*/ 391868 h 5549974"/>
              <a:gd name="connsiteX9" fmla="*/ 4527238 w 4553364"/>
              <a:gd name="connsiteY9" fmla="*/ 415489 h 5549974"/>
              <a:gd name="connsiteX10" fmla="*/ 4522133 w 4553364"/>
              <a:gd name="connsiteY10" fmla="*/ 506828 h 5549974"/>
              <a:gd name="connsiteX11" fmla="*/ 4521483 w 4553364"/>
              <a:gd name="connsiteY11" fmla="*/ 553245 h 5549974"/>
              <a:gd name="connsiteX12" fmla="*/ 4518384 w 4553364"/>
              <a:gd name="connsiteY12" fmla="*/ 581709 h 5549974"/>
              <a:gd name="connsiteX13" fmla="*/ 4517715 w 4553364"/>
              <a:gd name="connsiteY13" fmla="*/ 585890 h 5549974"/>
              <a:gd name="connsiteX14" fmla="*/ 4504778 w 4553364"/>
              <a:gd name="connsiteY14" fmla="*/ 817404 h 5549974"/>
              <a:gd name="connsiteX15" fmla="*/ 4506491 w 4553364"/>
              <a:gd name="connsiteY15" fmla="*/ 822238 h 5549974"/>
              <a:gd name="connsiteX16" fmla="*/ 4504340 w 4553364"/>
              <a:gd name="connsiteY16" fmla="*/ 846069 h 5549974"/>
              <a:gd name="connsiteX17" fmla="*/ 4502740 w 4553364"/>
              <a:gd name="connsiteY17" fmla="*/ 853854 h 5549974"/>
              <a:gd name="connsiteX18" fmla="*/ 4496502 w 4553364"/>
              <a:gd name="connsiteY18" fmla="*/ 965485 h 5549974"/>
              <a:gd name="connsiteX19" fmla="*/ 4498579 w 4553364"/>
              <a:gd name="connsiteY19" fmla="*/ 966385 h 5549974"/>
              <a:gd name="connsiteX20" fmla="*/ 4502698 w 4553364"/>
              <a:gd name="connsiteY20" fmla="*/ 1002567 h 5549974"/>
              <a:gd name="connsiteX21" fmla="*/ 4497900 w 4553364"/>
              <a:gd name="connsiteY21" fmla="*/ 1101094 h 5549974"/>
              <a:gd name="connsiteX22" fmla="*/ 4497795 w 4553364"/>
              <a:gd name="connsiteY22" fmla="*/ 1159389 h 5549974"/>
              <a:gd name="connsiteX23" fmla="*/ 4502098 w 4553364"/>
              <a:gd name="connsiteY23" fmla="*/ 1180505 h 5549974"/>
              <a:gd name="connsiteX24" fmla="*/ 4505188 w 4553364"/>
              <a:gd name="connsiteY24" fmla="*/ 1210687 h 5549974"/>
              <a:gd name="connsiteX25" fmla="*/ 4514005 w 4553364"/>
              <a:gd name="connsiteY25" fmla="*/ 1263157 h 5549974"/>
              <a:gd name="connsiteX26" fmla="*/ 4516282 w 4553364"/>
              <a:gd name="connsiteY26" fmla="*/ 1313374 h 5549974"/>
              <a:gd name="connsiteX27" fmla="*/ 4515402 w 4553364"/>
              <a:gd name="connsiteY27" fmla="*/ 1347004 h 5549974"/>
              <a:gd name="connsiteX28" fmla="*/ 4514939 w 4553364"/>
              <a:gd name="connsiteY28" fmla="*/ 1351864 h 5549974"/>
              <a:gd name="connsiteX29" fmla="*/ 4505820 w 4553364"/>
              <a:gd name="connsiteY29" fmla="*/ 1391762 h 5549974"/>
              <a:gd name="connsiteX30" fmla="*/ 4509084 w 4553364"/>
              <a:gd name="connsiteY30" fmla="*/ 1395707 h 5549974"/>
              <a:gd name="connsiteX31" fmla="*/ 4511926 w 4553364"/>
              <a:gd name="connsiteY31" fmla="*/ 1408524 h 5549974"/>
              <a:gd name="connsiteX32" fmla="*/ 4507185 w 4553364"/>
              <a:gd name="connsiteY32" fmla="*/ 1419109 h 5549974"/>
              <a:gd name="connsiteX33" fmla="*/ 4497001 w 4553364"/>
              <a:gd name="connsiteY33" fmla="*/ 1469337 h 5549974"/>
              <a:gd name="connsiteX34" fmla="*/ 4486104 w 4553364"/>
              <a:gd name="connsiteY34" fmla="*/ 1543038 h 5549974"/>
              <a:gd name="connsiteX35" fmla="*/ 4481223 w 4553364"/>
              <a:gd name="connsiteY35" fmla="*/ 1553997 h 5549974"/>
              <a:gd name="connsiteX36" fmla="*/ 4466795 w 4553364"/>
              <a:gd name="connsiteY36" fmla="*/ 1626071 h 5549974"/>
              <a:gd name="connsiteX37" fmla="*/ 4463080 w 4553364"/>
              <a:gd name="connsiteY37" fmla="*/ 1664103 h 5549974"/>
              <a:gd name="connsiteX38" fmla="*/ 4466740 w 4553364"/>
              <a:gd name="connsiteY38" fmla="*/ 1668558 h 5549974"/>
              <a:gd name="connsiteX39" fmla="*/ 4465090 w 4553364"/>
              <a:gd name="connsiteY39" fmla="*/ 1679756 h 5549974"/>
              <a:gd name="connsiteX40" fmla="*/ 4465502 w 4553364"/>
              <a:gd name="connsiteY40" fmla="*/ 1682815 h 5549974"/>
              <a:gd name="connsiteX41" fmla="*/ 4467013 w 4553364"/>
              <a:gd name="connsiteY41" fmla="*/ 1700268 h 5549974"/>
              <a:gd name="connsiteX42" fmla="*/ 4455543 w 4553364"/>
              <a:gd name="connsiteY42" fmla="*/ 1735163 h 5549974"/>
              <a:gd name="connsiteX43" fmla="*/ 4453483 w 4553364"/>
              <a:gd name="connsiteY43" fmla="*/ 1735289 h 5549974"/>
              <a:gd name="connsiteX44" fmla="*/ 4444985 w 4553364"/>
              <a:gd name="connsiteY44" fmla="*/ 1887374 h 5549974"/>
              <a:gd name="connsiteX45" fmla="*/ 4453676 w 4553364"/>
              <a:gd name="connsiteY45" fmla="*/ 1911536 h 5549974"/>
              <a:gd name="connsiteX46" fmla="*/ 4455954 w 4553364"/>
              <a:gd name="connsiteY46" fmla="*/ 1961755 h 5549974"/>
              <a:gd name="connsiteX47" fmla="*/ 4455073 w 4553364"/>
              <a:gd name="connsiteY47" fmla="*/ 1995384 h 5549974"/>
              <a:gd name="connsiteX48" fmla="*/ 4454611 w 4553364"/>
              <a:gd name="connsiteY48" fmla="*/ 2000244 h 5549974"/>
              <a:gd name="connsiteX49" fmla="*/ 4445491 w 4553364"/>
              <a:gd name="connsiteY49" fmla="*/ 2040142 h 5549974"/>
              <a:gd name="connsiteX50" fmla="*/ 4448756 w 4553364"/>
              <a:gd name="connsiteY50" fmla="*/ 2044087 h 5549974"/>
              <a:gd name="connsiteX51" fmla="*/ 4451597 w 4553364"/>
              <a:gd name="connsiteY51" fmla="*/ 2056904 h 5549974"/>
              <a:gd name="connsiteX52" fmla="*/ 4446856 w 4553364"/>
              <a:gd name="connsiteY52" fmla="*/ 2067489 h 5549974"/>
              <a:gd name="connsiteX53" fmla="*/ 4436672 w 4553364"/>
              <a:gd name="connsiteY53" fmla="*/ 2117719 h 5549974"/>
              <a:gd name="connsiteX54" fmla="*/ 4429341 w 4553364"/>
              <a:gd name="connsiteY54" fmla="*/ 2167300 h 5549974"/>
              <a:gd name="connsiteX55" fmla="*/ 4373258 w 4553364"/>
              <a:gd name="connsiteY55" fmla="*/ 3223633 h 5549974"/>
              <a:gd name="connsiteX56" fmla="*/ 4360472 w 4553364"/>
              <a:gd name="connsiteY56" fmla="*/ 3477281 h 5549974"/>
              <a:gd name="connsiteX57" fmla="*/ 4349387 w 4553364"/>
              <a:gd name="connsiteY57" fmla="*/ 3639984 h 5549974"/>
              <a:gd name="connsiteX58" fmla="*/ 4258626 w 4553364"/>
              <a:gd name="connsiteY58" fmla="*/ 5278921 h 5549974"/>
              <a:gd name="connsiteX59" fmla="*/ 4263924 w 4553364"/>
              <a:gd name="connsiteY59" fmla="*/ 5315626 h 5549974"/>
              <a:gd name="connsiteX60" fmla="*/ 4267458 w 4553364"/>
              <a:gd name="connsiteY60" fmla="*/ 5350090 h 5549974"/>
              <a:gd name="connsiteX61" fmla="*/ 4270290 w 4553364"/>
              <a:gd name="connsiteY61" fmla="*/ 5450399 h 5549974"/>
              <a:gd name="connsiteX62" fmla="*/ 4251733 w 4553364"/>
              <a:gd name="connsiteY62" fmla="*/ 5484804 h 5549974"/>
              <a:gd name="connsiteX63" fmla="*/ 4247081 w 4553364"/>
              <a:gd name="connsiteY63" fmla="*/ 5487504 h 5549974"/>
              <a:gd name="connsiteX64" fmla="*/ 4243624 w 4553364"/>
              <a:gd name="connsiteY64" fmla="*/ 5549951 h 5549974"/>
              <a:gd name="connsiteX65" fmla="*/ 310261 w 4553364"/>
              <a:gd name="connsiteY65" fmla="*/ 5297261 h 5549974"/>
              <a:gd name="connsiteX66" fmla="*/ 0 w 4553364"/>
              <a:gd name="connsiteY66" fmla="*/ 5293146 h 5549974"/>
              <a:gd name="connsiteX67" fmla="*/ 4241 w 4553364"/>
              <a:gd name="connsiteY67" fmla="*/ 5239903 h 5549974"/>
              <a:gd name="connsiteX68" fmla="*/ 8461 w 4553364"/>
              <a:gd name="connsiteY68" fmla="*/ 5233298 h 5549974"/>
              <a:gd name="connsiteX69" fmla="*/ 8730 w 4553364"/>
              <a:gd name="connsiteY69" fmla="*/ 5230552 h 5549974"/>
              <a:gd name="connsiteX70" fmla="*/ 9000 w 4553364"/>
              <a:gd name="connsiteY70" fmla="*/ 5227804 h 5549974"/>
              <a:gd name="connsiteX71" fmla="*/ 9537 w 4553364"/>
              <a:gd name="connsiteY71" fmla="*/ 5222308 h 5549974"/>
              <a:gd name="connsiteX72" fmla="*/ 9222 w 4553364"/>
              <a:gd name="connsiteY72" fmla="*/ 5216405 h 5549974"/>
              <a:gd name="connsiteX73" fmla="*/ 8638 w 4553364"/>
              <a:gd name="connsiteY73" fmla="*/ 5213249 h 5549974"/>
              <a:gd name="connsiteX74" fmla="*/ 8907 w 4553364"/>
              <a:gd name="connsiteY74" fmla="*/ 5210500 h 5549974"/>
              <a:gd name="connsiteX75" fmla="*/ 8591 w 4553364"/>
              <a:gd name="connsiteY75" fmla="*/ 5204597 h 5549974"/>
              <a:gd name="connsiteX76" fmla="*/ 8008 w 4553364"/>
              <a:gd name="connsiteY76" fmla="*/ 5201441 h 5549974"/>
              <a:gd name="connsiteX77" fmla="*/ 7378 w 4553364"/>
              <a:gd name="connsiteY77" fmla="*/ 5189632 h 5549974"/>
              <a:gd name="connsiteX78" fmla="*/ 6794 w 4553364"/>
              <a:gd name="connsiteY78" fmla="*/ 5186477 h 5549974"/>
              <a:gd name="connsiteX79" fmla="*/ 7062 w 4553364"/>
              <a:gd name="connsiteY79" fmla="*/ 5183728 h 5549974"/>
              <a:gd name="connsiteX80" fmla="*/ 5627 w 4553364"/>
              <a:gd name="connsiteY80" fmla="*/ 5180163 h 5549974"/>
              <a:gd name="connsiteX81" fmla="*/ 11039 w 4553364"/>
              <a:gd name="connsiteY81" fmla="*/ 5116566 h 5549974"/>
              <a:gd name="connsiteX82" fmla="*/ 78653 w 4553364"/>
              <a:gd name="connsiteY82" fmla="*/ 3839310 h 5549974"/>
              <a:gd name="connsiteX83" fmla="*/ 303343 w 4553364"/>
              <a:gd name="connsiteY83" fmla="*/ 0 h 5549974"/>
              <a:gd name="connsiteX0" fmla="*/ 303343 w 4553364"/>
              <a:gd name="connsiteY0" fmla="*/ 0 h 5549951"/>
              <a:gd name="connsiteX1" fmla="*/ 3305529 w 4553364"/>
              <a:gd name="connsiteY1" fmla="*/ 171842 h 5549951"/>
              <a:gd name="connsiteX2" fmla="*/ 4134340 w 4553364"/>
              <a:gd name="connsiteY2" fmla="*/ 226950 h 5549951"/>
              <a:gd name="connsiteX3" fmla="*/ 4507534 w 4553364"/>
              <a:gd name="connsiteY3" fmla="*/ 247374 h 5549951"/>
              <a:gd name="connsiteX4" fmla="*/ 4535413 w 4553364"/>
              <a:gd name="connsiteY4" fmla="*/ 269179 h 5549951"/>
              <a:gd name="connsiteX5" fmla="*/ 4533639 w 4553364"/>
              <a:gd name="connsiteY5" fmla="*/ 300930 h 5549951"/>
              <a:gd name="connsiteX6" fmla="*/ 4536561 w 4553364"/>
              <a:gd name="connsiteY6" fmla="*/ 302647 h 5549951"/>
              <a:gd name="connsiteX7" fmla="*/ 4552987 w 4553364"/>
              <a:gd name="connsiteY7" fmla="*/ 334222 h 5549951"/>
              <a:gd name="connsiteX8" fmla="*/ 4530726 w 4553364"/>
              <a:gd name="connsiteY8" fmla="*/ 391868 h 5549951"/>
              <a:gd name="connsiteX9" fmla="*/ 4527238 w 4553364"/>
              <a:gd name="connsiteY9" fmla="*/ 415489 h 5549951"/>
              <a:gd name="connsiteX10" fmla="*/ 4522133 w 4553364"/>
              <a:gd name="connsiteY10" fmla="*/ 506828 h 5549951"/>
              <a:gd name="connsiteX11" fmla="*/ 4521483 w 4553364"/>
              <a:gd name="connsiteY11" fmla="*/ 553245 h 5549951"/>
              <a:gd name="connsiteX12" fmla="*/ 4518384 w 4553364"/>
              <a:gd name="connsiteY12" fmla="*/ 581709 h 5549951"/>
              <a:gd name="connsiteX13" fmla="*/ 4517715 w 4553364"/>
              <a:gd name="connsiteY13" fmla="*/ 585890 h 5549951"/>
              <a:gd name="connsiteX14" fmla="*/ 4504778 w 4553364"/>
              <a:gd name="connsiteY14" fmla="*/ 817404 h 5549951"/>
              <a:gd name="connsiteX15" fmla="*/ 4506491 w 4553364"/>
              <a:gd name="connsiteY15" fmla="*/ 822238 h 5549951"/>
              <a:gd name="connsiteX16" fmla="*/ 4504340 w 4553364"/>
              <a:gd name="connsiteY16" fmla="*/ 846069 h 5549951"/>
              <a:gd name="connsiteX17" fmla="*/ 4502740 w 4553364"/>
              <a:gd name="connsiteY17" fmla="*/ 853854 h 5549951"/>
              <a:gd name="connsiteX18" fmla="*/ 4496502 w 4553364"/>
              <a:gd name="connsiteY18" fmla="*/ 965485 h 5549951"/>
              <a:gd name="connsiteX19" fmla="*/ 4498579 w 4553364"/>
              <a:gd name="connsiteY19" fmla="*/ 966385 h 5549951"/>
              <a:gd name="connsiteX20" fmla="*/ 4502698 w 4553364"/>
              <a:gd name="connsiteY20" fmla="*/ 1002567 h 5549951"/>
              <a:gd name="connsiteX21" fmla="*/ 4497900 w 4553364"/>
              <a:gd name="connsiteY21" fmla="*/ 1101094 h 5549951"/>
              <a:gd name="connsiteX22" fmla="*/ 4497795 w 4553364"/>
              <a:gd name="connsiteY22" fmla="*/ 1159389 h 5549951"/>
              <a:gd name="connsiteX23" fmla="*/ 4502098 w 4553364"/>
              <a:gd name="connsiteY23" fmla="*/ 1180505 h 5549951"/>
              <a:gd name="connsiteX24" fmla="*/ 4505188 w 4553364"/>
              <a:gd name="connsiteY24" fmla="*/ 1210687 h 5549951"/>
              <a:gd name="connsiteX25" fmla="*/ 4514005 w 4553364"/>
              <a:gd name="connsiteY25" fmla="*/ 1263157 h 5549951"/>
              <a:gd name="connsiteX26" fmla="*/ 4516282 w 4553364"/>
              <a:gd name="connsiteY26" fmla="*/ 1313374 h 5549951"/>
              <a:gd name="connsiteX27" fmla="*/ 4515402 w 4553364"/>
              <a:gd name="connsiteY27" fmla="*/ 1347004 h 5549951"/>
              <a:gd name="connsiteX28" fmla="*/ 4514939 w 4553364"/>
              <a:gd name="connsiteY28" fmla="*/ 1351864 h 5549951"/>
              <a:gd name="connsiteX29" fmla="*/ 4505820 w 4553364"/>
              <a:gd name="connsiteY29" fmla="*/ 1391762 h 5549951"/>
              <a:gd name="connsiteX30" fmla="*/ 4509084 w 4553364"/>
              <a:gd name="connsiteY30" fmla="*/ 1395707 h 5549951"/>
              <a:gd name="connsiteX31" fmla="*/ 4511926 w 4553364"/>
              <a:gd name="connsiteY31" fmla="*/ 1408524 h 5549951"/>
              <a:gd name="connsiteX32" fmla="*/ 4507185 w 4553364"/>
              <a:gd name="connsiteY32" fmla="*/ 1419109 h 5549951"/>
              <a:gd name="connsiteX33" fmla="*/ 4497001 w 4553364"/>
              <a:gd name="connsiteY33" fmla="*/ 1469337 h 5549951"/>
              <a:gd name="connsiteX34" fmla="*/ 4486104 w 4553364"/>
              <a:gd name="connsiteY34" fmla="*/ 1543038 h 5549951"/>
              <a:gd name="connsiteX35" fmla="*/ 4481223 w 4553364"/>
              <a:gd name="connsiteY35" fmla="*/ 1553997 h 5549951"/>
              <a:gd name="connsiteX36" fmla="*/ 4466795 w 4553364"/>
              <a:gd name="connsiteY36" fmla="*/ 1626071 h 5549951"/>
              <a:gd name="connsiteX37" fmla="*/ 4463080 w 4553364"/>
              <a:gd name="connsiteY37" fmla="*/ 1664103 h 5549951"/>
              <a:gd name="connsiteX38" fmla="*/ 4466740 w 4553364"/>
              <a:gd name="connsiteY38" fmla="*/ 1668558 h 5549951"/>
              <a:gd name="connsiteX39" fmla="*/ 4465090 w 4553364"/>
              <a:gd name="connsiteY39" fmla="*/ 1679756 h 5549951"/>
              <a:gd name="connsiteX40" fmla="*/ 4465502 w 4553364"/>
              <a:gd name="connsiteY40" fmla="*/ 1682815 h 5549951"/>
              <a:gd name="connsiteX41" fmla="*/ 4467013 w 4553364"/>
              <a:gd name="connsiteY41" fmla="*/ 1700268 h 5549951"/>
              <a:gd name="connsiteX42" fmla="*/ 4455543 w 4553364"/>
              <a:gd name="connsiteY42" fmla="*/ 1735163 h 5549951"/>
              <a:gd name="connsiteX43" fmla="*/ 4453483 w 4553364"/>
              <a:gd name="connsiteY43" fmla="*/ 1735289 h 5549951"/>
              <a:gd name="connsiteX44" fmla="*/ 4444985 w 4553364"/>
              <a:gd name="connsiteY44" fmla="*/ 1887374 h 5549951"/>
              <a:gd name="connsiteX45" fmla="*/ 4453676 w 4553364"/>
              <a:gd name="connsiteY45" fmla="*/ 1911536 h 5549951"/>
              <a:gd name="connsiteX46" fmla="*/ 4455954 w 4553364"/>
              <a:gd name="connsiteY46" fmla="*/ 1961755 h 5549951"/>
              <a:gd name="connsiteX47" fmla="*/ 4455073 w 4553364"/>
              <a:gd name="connsiteY47" fmla="*/ 1995384 h 5549951"/>
              <a:gd name="connsiteX48" fmla="*/ 4454611 w 4553364"/>
              <a:gd name="connsiteY48" fmla="*/ 2000244 h 5549951"/>
              <a:gd name="connsiteX49" fmla="*/ 4445491 w 4553364"/>
              <a:gd name="connsiteY49" fmla="*/ 2040142 h 5549951"/>
              <a:gd name="connsiteX50" fmla="*/ 4448756 w 4553364"/>
              <a:gd name="connsiteY50" fmla="*/ 2044087 h 5549951"/>
              <a:gd name="connsiteX51" fmla="*/ 4451597 w 4553364"/>
              <a:gd name="connsiteY51" fmla="*/ 2056904 h 5549951"/>
              <a:gd name="connsiteX52" fmla="*/ 4446856 w 4553364"/>
              <a:gd name="connsiteY52" fmla="*/ 2067489 h 5549951"/>
              <a:gd name="connsiteX53" fmla="*/ 4436672 w 4553364"/>
              <a:gd name="connsiteY53" fmla="*/ 2117719 h 5549951"/>
              <a:gd name="connsiteX54" fmla="*/ 4429341 w 4553364"/>
              <a:gd name="connsiteY54" fmla="*/ 2167300 h 5549951"/>
              <a:gd name="connsiteX55" fmla="*/ 4373258 w 4553364"/>
              <a:gd name="connsiteY55" fmla="*/ 3223633 h 5549951"/>
              <a:gd name="connsiteX56" fmla="*/ 4360472 w 4553364"/>
              <a:gd name="connsiteY56" fmla="*/ 3477281 h 5549951"/>
              <a:gd name="connsiteX57" fmla="*/ 4349387 w 4553364"/>
              <a:gd name="connsiteY57" fmla="*/ 3639984 h 5549951"/>
              <a:gd name="connsiteX58" fmla="*/ 4258626 w 4553364"/>
              <a:gd name="connsiteY58" fmla="*/ 5278921 h 5549951"/>
              <a:gd name="connsiteX59" fmla="*/ 4263924 w 4553364"/>
              <a:gd name="connsiteY59" fmla="*/ 5315626 h 5549951"/>
              <a:gd name="connsiteX60" fmla="*/ 4267458 w 4553364"/>
              <a:gd name="connsiteY60" fmla="*/ 5350090 h 5549951"/>
              <a:gd name="connsiteX61" fmla="*/ 4270290 w 4553364"/>
              <a:gd name="connsiteY61" fmla="*/ 5450399 h 5549951"/>
              <a:gd name="connsiteX62" fmla="*/ 4251733 w 4553364"/>
              <a:gd name="connsiteY62" fmla="*/ 5484804 h 5549951"/>
              <a:gd name="connsiteX63" fmla="*/ 4247081 w 4553364"/>
              <a:gd name="connsiteY63" fmla="*/ 5487504 h 5549951"/>
              <a:gd name="connsiteX64" fmla="*/ 4243624 w 4553364"/>
              <a:gd name="connsiteY64" fmla="*/ 5549951 h 5549951"/>
              <a:gd name="connsiteX65" fmla="*/ 0 w 4553364"/>
              <a:gd name="connsiteY65" fmla="*/ 5293146 h 5549951"/>
              <a:gd name="connsiteX66" fmla="*/ 4241 w 4553364"/>
              <a:gd name="connsiteY66" fmla="*/ 5239903 h 5549951"/>
              <a:gd name="connsiteX67" fmla="*/ 8461 w 4553364"/>
              <a:gd name="connsiteY67" fmla="*/ 5233298 h 5549951"/>
              <a:gd name="connsiteX68" fmla="*/ 8730 w 4553364"/>
              <a:gd name="connsiteY68" fmla="*/ 5230552 h 5549951"/>
              <a:gd name="connsiteX69" fmla="*/ 9000 w 4553364"/>
              <a:gd name="connsiteY69" fmla="*/ 5227804 h 5549951"/>
              <a:gd name="connsiteX70" fmla="*/ 9537 w 4553364"/>
              <a:gd name="connsiteY70" fmla="*/ 5222308 h 5549951"/>
              <a:gd name="connsiteX71" fmla="*/ 9222 w 4553364"/>
              <a:gd name="connsiteY71" fmla="*/ 5216405 h 5549951"/>
              <a:gd name="connsiteX72" fmla="*/ 8638 w 4553364"/>
              <a:gd name="connsiteY72" fmla="*/ 5213249 h 5549951"/>
              <a:gd name="connsiteX73" fmla="*/ 8907 w 4553364"/>
              <a:gd name="connsiteY73" fmla="*/ 5210500 h 5549951"/>
              <a:gd name="connsiteX74" fmla="*/ 8591 w 4553364"/>
              <a:gd name="connsiteY74" fmla="*/ 5204597 h 5549951"/>
              <a:gd name="connsiteX75" fmla="*/ 8008 w 4553364"/>
              <a:gd name="connsiteY75" fmla="*/ 5201441 h 5549951"/>
              <a:gd name="connsiteX76" fmla="*/ 7378 w 4553364"/>
              <a:gd name="connsiteY76" fmla="*/ 5189632 h 5549951"/>
              <a:gd name="connsiteX77" fmla="*/ 6794 w 4553364"/>
              <a:gd name="connsiteY77" fmla="*/ 5186477 h 5549951"/>
              <a:gd name="connsiteX78" fmla="*/ 7062 w 4553364"/>
              <a:gd name="connsiteY78" fmla="*/ 5183728 h 5549951"/>
              <a:gd name="connsiteX79" fmla="*/ 5627 w 4553364"/>
              <a:gd name="connsiteY79" fmla="*/ 5180163 h 5549951"/>
              <a:gd name="connsiteX80" fmla="*/ 11039 w 4553364"/>
              <a:gd name="connsiteY80" fmla="*/ 5116566 h 5549951"/>
              <a:gd name="connsiteX81" fmla="*/ 78653 w 4553364"/>
              <a:gd name="connsiteY81" fmla="*/ 3839310 h 5549951"/>
              <a:gd name="connsiteX82" fmla="*/ 303343 w 4553364"/>
              <a:gd name="connsiteY82" fmla="*/ 0 h 554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553364" h="5549951">
                <a:moveTo>
                  <a:pt x="303343" y="0"/>
                </a:moveTo>
                <a:cubicBezTo>
                  <a:pt x="628090" y="31218"/>
                  <a:pt x="2667030" y="134017"/>
                  <a:pt x="3305529" y="171842"/>
                </a:cubicBezTo>
                <a:lnTo>
                  <a:pt x="4134340" y="226950"/>
                </a:lnTo>
                <a:lnTo>
                  <a:pt x="4507534" y="247374"/>
                </a:lnTo>
                <a:lnTo>
                  <a:pt x="4535413" y="269179"/>
                </a:lnTo>
                <a:cubicBezTo>
                  <a:pt x="4534822" y="279763"/>
                  <a:pt x="4534230" y="290346"/>
                  <a:pt x="4533639" y="300930"/>
                </a:cubicBezTo>
                <a:lnTo>
                  <a:pt x="4536561" y="302647"/>
                </a:lnTo>
                <a:cubicBezTo>
                  <a:pt x="4546159" y="304354"/>
                  <a:pt x="4555357" y="291327"/>
                  <a:pt x="4552987" y="334222"/>
                </a:cubicBezTo>
                <a:cubicBezTo>
                  <a:pt x="4542346" y="354710"/>
                  <a:pt x="4535332" y="373686"/>
                  <a:pt x="4530726" y="391868"/>
                </a:cubicBezTo>
                <a:lnTo>
                  <a:pt x="4527238" y="415489"/>
                </a:lnTo>
                <a:lnTo>
                  <a:pt x="4522133" y="506828"/>
                </a:lnTo>
                <a:cubicBezTo>
                  <a:pt x="4521916" y="522300"/>
                  <a:pt x="4521700" y="537773"/>
                  <a:pt x="4521483" y="553245"/>
                </a:cubicBezTo>
                <a:cubicBezTo>
                  <a:pt x="4521212" y="558170"/>
                  <a:pt x="4520118" y="568699"/>
                  <a:pt x="4518384" y="581709"/>
                </a:cubicBezTo>
                <a:lnTo>
                  <a:pt x="4517715" y="585890"/>
                </a:lnTo>
                <a:lnTo>
                  <a:pt x="4504778" y="817404"/>
                </a:lnTo>
                <a:lnTo>
                  <a:pt x="4506491" y="822238"/>
                </a:lnTo>
                <a:cubicBezTo>
                  <a:pt x="4506993" y="829783"/>
                  <a:pt x="4505912" y="837845"/>
                  <a:pt x="4504340" y="846069"/>
                </a:cubicBezTo>
                <a:lnTo>
                  <a:pt x="4502740" y="853854"/>
                </a:lnTo>
                <a:lnTo>
                  <a:pt x="4496502" y="965485"/>
                </a:lnTo>
                <a:lnTo>
                  <a:pt x="4498579" y="966385"/>
                </a:lnTo>
                <a:cubicBezTo>
                  <a:pt x="4500020" y="972743"/>
                  <a:pt x="4502811" y="980116"/>
                  <a:pt x="4502698" y="1002567"/>
                </a:cubicBezTo>
                <a:cubicBezTo>
                  <a:pt x="4491860" y="1029868"/>
                  <a:pt x="4512316" y="1067217"/>
                  <a:pt x="4497900" y="1101094"/>
                </a:cubicBezTo>
                <a:cubicBezTo>
                  <a:pt x="4494173" y="1113552"/>
                  <a:pt x="4492281" y="1152106"/>
                  <a:pt x="4497795" y="1159389"/>
                </a:cubicBezTo>
                <a:cubicBezTo>
                  <a:pt x="4498610" y="1167426"/>
                  <a:pt x="4495953" y="1176807"/>
                  <a:pt x="4502098" y="1180505"/>
                </a:cubicBezTo>
                <a:cubicBezTo>
                  <a:pt x="4509397" y="1186625"/>
                  <a:pt x="4495916" y="1214705"/>
                  <a:pt x="4505188" y="1210687"/>
                </a:cubicBezTo>
                <a:cubicBezTo>
                  <a:pt x="4495912" y="1230628"/>
                  <a:pt x="4511023" y="1246424"/>
                  <a:pt x="4514005" y="1263157"/>
                </a:cubicBezTo>
                <a:lnTo>
                  <a:pt x="4516282" y="1313374"/>
                </a:lnTo>
                <a:cubicBezTo>
                  <a:pt x="4515989" y="1324584"/>
                  <a:pt x="4515695" y="1335794"/>
                  <a:pt x="4515402" y="1347004"/>
                </a:cubicBezTo>
                <a:cubicBezTo>
                  <a:pt x="4515248" y="1348624"/>
                  <a:pt x="4515093" y="1350244"/>
                  <a:pt x="4514939" y="1351864"/>
                </a:cubicBezTo>
                <a:lnTo>
                  <a:pt x="4505820" y="1391762"/>
                </a:lnTo>
                <a:cubicBezTo>
                  <a:pt x="4507026" y="1392770"/>
                  <a:pt x="4508128" y="1394098"/>
                  <a:pt x="4509084" y="1395707"/>
                </a:cubicBezTo>
                <a:lnTo>
                  <a:pt x="4511926" y="1408524"/>
                </a:lnTo>
                <a:lnTo>
                  <a:pt x="4507185" y="1419109"/>
                </a:lnTo>
                <a:lnTo>
                  <a:pt x="4497001" y="1469337"/>
                </a:lnTo>
                <a:lnTo>
                  <a:pt x="4486104" y="1543038"/>
                </a:lnTo>
                <a:lnTo>
                  <a:pt x="4481223" y="1553997"/>
                </a:lnTo>
                <a:cubicBezTo>
                  <a:pt x="4475132" y="1579288"/>
                  <a:pt x="4478280" y="1610368"/>
                  <a:pt x="4466795" y="1626071"/>
                </a:cubicBezTo>
                <a:lnTo>
                  <a:pt x="4463080" y="1664103"/>
                </a:lnTo>
                <a:lnTo>
                  <a:pt x="4466740" y="1668558"/>
                </a:lnTo>
                <a:lnTo>
                  <a:pt x="4465090" y="1679756"/>
                </a:lnTo>
                <a:cubicBezTo>
                  <a:pt x="4465227" y="1680776"/>
                  <a:pt x="4465365" y="1681795"/>
                  <a:pt x="4465502" y="1682815"/>
                </a:cubicBezTo>
                <a:cubicBezTo>
                  <a:pt x="4466309" y="1688654"/>
                  <a:pt x="4466966" y="1694439"/>
                  <a:pt x="4467013" y="1700268"/>
                </a:cubicBezTo>
                <a:cubicBezTo>
                  <a:pt x="4452441" y="1697000"/>
                  <a:pt x="4458150" y="1726126"/>
                  <a:pt x="4455543" y="1735163"/>
                </a:cubicBezTo>
                <a:lnTo>
                  <a:pt x="4453483" y="1735289"/>
                </a:lnTo>
                <a:lnTo>
                  <a:pt x="4444985" y="1887374"/>
                </a:lnTo>
                <a:lnTo>
                  <a:pt x="4453676" y="1911536"/>
                </a:lnTo>
                <a:cubicBezTo>
                  <a:pt x="4454435" y="1928276"/>
                  <a:pt x="4455195" y="1945015"/>
                  <a:pt x="4455954" y="1961755"/>
                </a:cubicBezTo>
                <a:cubicBezTo>
                  <a:pt x="4455660" y="1972965"/>
                  <a:pt x="4455367" y="1984174"/>
                  <a:pt x="4455073" y="1995384"/>
                </a:cubicBezTo>
                <a:lnTo>
                  <a:pt x="4454611" y="2000244"/>
                </a:lnTo>
                <a:lnTo>
                  <a:pt x="4445491" y="2040142"/>
                </a:lnTo>
                <a:cubicBezTo>
                  <a:pt x="4446698" y="2041150"/>
                  <a:pt x="4447799" y="2042479"/>
                  <a:pt x="4448756" y="2044087"/>
                </a:cubicBezTo>
                <a:lnTo>
                  <a:pt x="4451597" y="2056904"/>
                </a:lnTo>
                <a:lnTo>
                  <a:pt x="4446856" y="2067489"/>
                </a:lnTo>
                <a:lnTo>
                  <a:pt x="4436672" y="2117719"/>
                </a:lnTo>
                <a:lnTo>
                  <a:pt x="4429341" y="2167300"/>
                </a:lnTo>
                <a:cubicBezTo>
                  <a:pt x="4410647" y="2519411"/>
                  <a:pt x="4376873" y="2876607"/>
                  <a:pt x="4373258" y="3223633"/>
                </a:cubicBezTo>
                <a:cubicBezTo>
                  <a:pt x="4370306" y="3302336"/>
                  <a:pt x="4363423" y="3398578"/>
                  <a:pt x="4360472" y="3477281"/>
                </a:cubicBezTo>
                <a:cubicBezTo>
                  <a:pt x="4367079" y="3471365"/>
                  <a:pt x="4356688" y="3621544"/>
                  <a:pt x="4349387" y="3639984"/>
                </a:cubicBezTo>
                <a:lnTo>
                  <a:pt x="4258626" y="5278921"/>
                </a:lnTo>
                <a:lnTo>
                  <a:pt x="4263924" y="5315626"/>
                </a:lnTo>
                <a:cubicBezTo>
                  <a:pt x="4269712" y="5323538"/>
                  <a:pt x="4266397" y="5327627"/>
                  <a:pt x="4267458" y="5350090"/>
                </a:cubicBezTo>
                <a:cubicBezTo>
                  <a:pt x="4268519" y="5372551"/>
                  <a:pt x="4251794" y="5406222"/>
                  <a:pt x="4270290" y="5450399"/>
                </a:cubicBezTo>
                <a:cubicBezTo>
                  <a:pt x="4269872" y="5457964"/>
                  <a:pt x="4260193" y="5476308"/>
                  <a:pt x="4251733" y="5484804"/>
                </a:cubicBezTo>
                <a:lnTo>
                  <a:pt x="4247081" y="5487504"/>
                </a:lnTo>
                <a:cubicBezTo>
                  <a:pt x="4245929" y="5508319"/>
                  <a:pt x="4247889" y="5526348"/>
                  <a:pt x="4243624" y="5549951"/>
                </a:cubicBezTo>
                <a:cubicBezTo>
                  <a:pt x="3535777" y="5517558"/>
                  <a:pt x="706564" y="5344821"/>
                  <a:pt x="0" y="5293146"/>
                </a:cubicBezTo>
                <a:lnTo>
                  <a:pt x="4241" y="5239903"/>
                </a:lnTo>
                <a:lnTo>
                  <a:pt x="8461" y="5233298"/>
                </a:lnTo>
                <a:cubicBezTo>
                  <a:pt x="8991" y="5232196"/>
                  <a:pt x="8639" y="5231467"/>
                  <a:pt x="8730" y="5230552"/>
                </a:cubicBezTo>
                <a:lnTo>
                  <a:pt x="9000" y="5227804"/>
                </a:lnTo>
                <a:cubicBezTo>
                  <a:pt x="9178" y="5225973"/>
                  <a:pt x="9545" y="5223940"/>
                  <a:pt x="9537" y="5222308"/>
                </a:cubicBezTo>
                <a:cubicBezTo>
                  <a:pt x="9481" y="5211840"/>
                  <a:pt x="8399" y="5224803"/>
                  <a:pt x="9222" y="5216405"/>
                </a:cubicBezTo>
                <a:cubicBezTo>
                  <a:pt x="9028" y="5215352"/>
                  <a:pt x="8703" y="5214469"/>
                  <a:pt x="8638" y="5213249"/>
                </a:cubicBezTo>
                <a:cubicBezTo>
                  <a:pt x="8596" y="5212477"/>
                  <a:pt x="8947" y="5211272"/>
                  <a:pt x="8907" y="5210500"/>
                </a:cubicBezTo>
                <a:cubicBezTo>
                  <a:pt x="8526" y="5203355"/>
                  <a:pt x="7974" y="5210896"/>
                  <a:pt x="8591" y="5204597"/>
                </a:cubicBezTo>
                <a:lnTo>
                  <a:pt x="8008" y="5201441"/>
                </a:lnTo>
                <a:cubicBezTo>
                  <a:pt x="6593" y="5193798"/>
                  <a:pt x="6556" y="5198023"/>
                  <a:pt x="7378" y="5189632"/>
                </a:cubicBezTo>
                <a:cubicBezTo>
                  <a:pt x="7183" y="5188581"/>
                  <a:pt x="6860" y="5187696"/>
                  <a:pt x="6794" y="5186477"/>
                </a:cubicBezTo>
                <a:cubicBezTo>
                  <a:pt x="6752" y="5185706"/>
                  <a:pt x="7185" y="5184394"/>
                  <a:pt x="7062" y="5183728"/>
                </a:cubicBezTo>
                <a:cubicBezTo>
                  <a:pt x="6788" y="5182241"/>
                  <a:pt x="4614" y="5182665"/>
                  <a:pt x="5627" y="5180163"/>
                </a:cubicBezTo>
                <a:lnTo>
                  <a:pt x="11039" y="5116566"/>
                </a:lnTo>
                <a:lnTo>
                  <a:pt x="78653" y="3839310"/>
                </a:lnTo>
                <a:lnTo>
                  <a:pt x="303343"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Head with Gears">
            <a:extLst>
              <a:ext uri="{FF2B5EF4-FFF2-40B4-BE49-F238E27FC236}">
                <a16:creationId xmlns:a16="http://schemas.microsoft.com/office/drawing/2014/main" xmlns="" id="{39ED5950-D19F-242C-DF12-7018B51E8561}"/>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rot="21420419">
            <a:off x="1104416" y="1096986"/>
            <a:ext cx="4254392" cy="4254392"/>
          </a:xfrm>
          <a:prstGeom prst="rect">
            <a:avLst/>
          </a:prstGeom>
        </p:spPr>
      </p:pic>
      <p:sp>
        <p:nvSpPr>
          <p:cNvPr id="3" name="Content Placeholder 2">
            <a:extLst>
              <a:ext uri="{FF2B5EF4-FFF2-40B4-BE49-F238E27FC236}">
                <a16:creationId xmlns:a16="http://schemas.microsoft.com/office/drawing/2014/main" xmlns="" id="{A51AE9A1-0E0A-E279-98D3-FD70E5558561}"/>
              </a:ext>
            </a:extLst>
          </p:cNvPr>
          <p:cNvSpPr>
            <a:spLocks noGrp="1"/>
          </p:cNvSpPr>
          <p:nvPr>
            <p:ph idx="1"/>
          </p:nvPr>
        </p:nvSpPr>
        <p:spPr>
          <a:xfrm>
            <a:off x="5832027" y="2953593"/>
            <a:ext cx="5674174" cy="3218607"/>
          </a:xfrm>
        </p:spPr>
        <p:txBody>
          <a:bodyPr>
            <a:noAutofit/>
          </a:bodyPr>
          <a:lstStyle/>
          <a:p>
            <a:pPr marL="342900" indent="-342900">
              <a:buFont typeface="+mj-lt"/>
              <a:buAutoNum type="arabicPeriod"/>
            </a:pPr>
            <a:r>
              <a:rPr lang="en-US" sz="1800" dirty="0"/>
              <a:t>Attain and maintain professional knowledge and skill at the level required to ensure that a client or employing </a:t>
            </a:r>
            <a:r>
              <a:rPr lang="en-US" sz="1800" dirty="0" err="1"/>
              <a:t>organisation</a:t>
            </a:r>
            <a:r>
              <a:rPr lang="en-US" sz="1800" dirty="0"/>
              <a:t> receives competent professional service, based on current technical and professional standards and relevant legislation; and </a:t>
            </a:r>
          </a:p>
          <a:p>
            <a:pPr marL="342900" indent="-342900">
              <a:buFont typeface="+mj-lt"/>
              <a:buAutoNum type="arabicPeriod"/>
            </a:pPr>
            <a:r>
              <a:rPr lang="en-US" sz="1800" dirty="0"/>
              <a:t>Act diligently and in accordance with applicable technical and professional standards. </a:t>
            </a:r>
          </a:p>
        </p:txBody>
      </p:sp>
      <p:grpSp>
        <p:nvGrpSpPr>
          <p:cNvPr id="16" name="Group 15">
            <a:extLst>
              <a:ext uri="{FF2B5EF4-FFF2-40B4-BE49-F238E27FC236}">
                <a16:creationId xmlns:a16="http://schemas.microsoft.com/office/drawing/2014/main" xmlns="" id="{96BEFBD8-C05C-43C7-8D7B-58D37F70F54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7" name="Group 16">
              <a:extLst>
                <a:ext uri="{FF2B5EF4-FFF2-40B4-BE49-F238E27FC236}">
                  <a16:creationId xmlns:a16="http://schemas.microsoft.com/office/drawing/2014/main" xmlns="" id="{B622FDA5-36F9-4DD4-87A3-58FC513B8376}"/>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9" name="Straight Connector 18">
                <a:extLst>
                  <a:ext uri="{FF2B5EF4-FFF2-40B4-BE49-F238E27FC236}">
                    <a16:creationId xmlns:a16="http://schemas.microsoft.com/office/drawing/2014/main" xmlns="" id="{734870DF-B7C4-4149-9E0F-2B602F26BDE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A1CD7D4A-FA69-4C48-A532-9ED58E181AC0}"/>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Oval 17">
              <a:extLst>
                <a:ext uri="{FF2B5EF4-FFF2-40B4-BE49-F238E27FC236}">
                  <a16:creationId xmlns:a16="http://schemas.microsoft.com/office/drawing/2014/main" xmlns="" id="{F57FB85D-1649-470D-A7BA-3475C851013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Freeform: Shape 21">
            <a:extLst>
              <a:ext uri="{FF2B5EF4-FFF2-40B4-BE49-F238E27FC236}">
                <a16:creationId xmlns:a16="http://schemas.microsoft.com/office/drawing/2014/main" xmlns="" id="{03CCCF79-BC42-40CC-A81F-1C5962B62E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3193556" y="5316608"/>
            <a:ext cx="444795" cy="1655141"/>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xmlns="" val="316530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8F08FD56-DA92-4BD4-98BB-9311E5E522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673D42E-B83C-6530-FE7B-85E3966E7B4B}"/>
              </a:ext>
            </a:extLst>
          </p:cNvPr>
          <p:cNvSpPr>
            <a:spLocks noGrp="1"/>
          </p:cNvSpPr>
          <p:nvPr>
            <p:ph type="title"/>
          </p:nvPr>
        </p:nvSpPr>
        <p:spPr>
          <a:xfrm>
            <a:off x="6473627" y="685799"/>
            <a:ext cx="5032572" cy="1911743"/>
          </a:xfrm>
        </p:spPr>
        <p:txBody>
          <a:bodyPr>
            <a:normAutofit/>
          </a:bodyPr>
          <a:lstStyle/>
          <a:p>
            <a:r>
              <a:rPr lang="en-US" dirty="0"/>
              <a:t>Confidentiality</a:t>
            </a:r>
          </a:p>
        </p:txBody>
      </p:sp>
      <p:sp>
        <p:nvSpPr>
          <p:cNvPr id="12" name="Rectangle 11">
            <a:extLst>
              <a:ext uri="{FF2B5EF4-FFF2-40B4-BE49-F238E27FC236}">
                <a16:creationId xmlns:a16="http://schemas.microsoft.com/office/drawing/2014/main" xmlns="" id="{C5D5E9CC-2294-46D1-89D0-F8C6FA5C41D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420420">
            <a:off x="780270" y="331637"/>
            <a:ext cx="4892736" cy="5837881"/>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xmlns="" id="{5BABD217-EF3C-4AF3-9C20-A6619D211F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227644">
            <a:off x="741222" y="293814"/>
            <a:ext cx="4987909" cy="5883149"/>
          </a:xfrm>
          <a:custGeom>
            <a:avLst/>
            <a:gdLst>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0 w 4662328"/>
              <a:gd name="connsiteY84" fmla="*/ 3811601 h 5549975"/>
              <a:gd name="connsiteX85" fmla="*/ 110031 w 4662328"/>
              <a:gd name="connsiteY85" fmla="*/ 3811601 h 5549975"/>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110031 w 4662328"/>
              <a:gd name="connsiteY84" fmla="*/ 3811601 h 5549975"/>
              <a:gd name="connsiteX85" fmla="*/ 412307 w 4662328"/>
              <a:gd name="connsiteY85" fmla="*/ 0 h 5549975"/>
              <a:gd name="connsiteX0" fmla="*/ 302276 w 4552297"/>
              <a:gd name="connsiteY0" fmla="*/ 0 h 5549975"/>
              <a:gd name="connsiteX1" fmla="*/ 3304462 w 4552297"/>
              <a:gd name="connsiteY1" fmla="*/ 171842 h 5549975"/>
              <a:gd name="connsiteX2" fmla="*/ 4133273 w 4552297"/>
              <a:gd name="connsiteY2" fmla="*/ 226950 h 5549975"/>
              <a:gd name="connsiteX3" fmla="*/ 4506467 w 4552297"/>
              <a:gd name="connsiteY3" fmla="*/ 247374 h 5549975"/>
              <a:gd name="connsiteX4" fmla="*/ 4534346 w 4552297"/>
              <a:gd name="connsiteY4" fmla="*/ 269179 h 5549975"/>
              <a:gd name="connsiteX5" fmla="*/ 4532572 w 4552297"/>
              <a:gd name="connsiteY5" fmla="*/ 300930 h 5549975"/>
              <a:gd name="connsiteX6" fmla="*/ 4535494 w 4552297"/>
              <a:gd name="connsiteY6" fmla="*/ 302647 h 5549975"/>
              <a:gd name="connsiteX7" fmla="*/ 4551920 w 4552297"/>
              <a:gd name="connsiteY7" fmla="*/ 334222 h 5549975"/>
              <a:gd name="connsiteX8" fmla="*/ 4529659 w 4552297"/>
              <a:gd name="connsiteY8" fmla="*/ 391868 h 5549975"/>
              <a:gd name="connsiteX9" fmla="*/ 4526171 w 4552297"/>
              <a:gd name="connsiteY9" fmla="*/ 415489 h 5549975"/>
              <a:gd name="connsiteX10" fmla="*/ 4521066 w 4552297"/>
              <a:gd name="connsiteY10" fmla="*/ 506828 h 5549975"/>
              <a:gd name="connsiteX11" fmla="*/ 4520416 w 4552297"/>
              <a:gd name="connsiteY11" fmla="*/ 553245 h 5549975"/>
              <a:gd name="connsiteX12" fmla="*/ 4517317 w 4552297"/>
              <a:gd name="connsiteY12" fmla="*/ 581709 h 5549975"/>
              <a:gd name="connsiteX13" fmla="*/ 4516648 w 4552297"/>
              <a:gd name="connsiteY13" fmla="*/ 585890 h 5549975"/>
              <a:gd name="connsiteX14" fmla="*/ 4503711 w 4552297"/>
              <a:gd name="connsiteY14" fmla="*/ 817404 h 5549975"/>
              <a:gd name="connsiteX15" fmla="*/ 4505424 w 4552297"/>
              <a:gd name="connsiteY15" fmla="*/ 822238 h 5549975"/>
              <a:gd name="connsiteX16" fmla="*/ 4503273 w 4552297"/>
              <a:gd name="connsiteY16" fmla="*/ 846069 h 5549975"/>
              <a:gd name="connsiteX17" fmla="*/ 4501673 w 4552297"/>
              <a:gd name="connsiteY17" fmla="*/ 853854 h 5549975"/>
              <a:gd name="connsiteX18" fmla="*/ 4495435 w 4552297"/>
              <a:gd name="connsiteY18" fmla="*/ 965485 h 5549975"/>
              <a:gd name="connsiteX19" fmla="*/ 4497512 w 4552297"/>
              <a:gd name="connsiteY19" fmla="*/ 966385 h 5549975"/>
              <a:gd name="connsiteX20" fmla="*/ 4501631 w 4552297"/>
              <a:gd name="connsiteY20" fmla="*/ 1002567 h 5549975"/>
              <a:gd name="connsiteX21" fmla="*/ 4496833 w 4552297"/>
              <a:gd name="connsiteY21" fmla="*/ 1101094 h 5549975"/>
              <a:gd name="connsiteX22" fmla="*/ 4496728 w 4552297"/>
              <a:gd name="connsiteY22" fmla="*/ 1159389 h 5549975"/>
              <a:gd name="connsiteX23" fmla="*/ 4501031 w 4552297"/>
              <a:gd name="connsiteY23" fmla="*/ 1180505 h 5549975"/>
              <a:gd name="connsiteX24" fmla="*/ 4504121 w 4552297"/>
              <a:gd name="connsiteY24" fmla="*/ 1210687 h 5549975"/>
              <a:gd name="connsiteX25" fmla="*/ 4512938 w 4552297"/>
              <a:gd name="connsiteY25" fmla="*/ 1263157 h 5549975"/>
              <a:gd name="connsiteX26" fmla="*/ 4515215 w 4552297"/>
              <a:gd name="connsiteY26" fmla="*/ 1313374 h 5549975"/>
              <a:gd name="connsiteX27" fmla="*/ 4514335 w 4552297"/>
              <a:gd name="connsiteY27" fmla="*/ 1347004 h 5549975"/>
              <a:gd name="connsiteX28" fmla="*/ 4513872 w 4552297"/>
              <a:gd name="connsiteY28" fmla="*/ 1351864 h 5549975"/>
              <a:gd name="connsiteX29" fmla="*/ 4504753 w 4552297"/>
              <a:gd name="connsiteY29" fmla="*/ 1391762 h 5549975"/>
              <a:gd name="connsiteX30" fmla="*/ 4508017 w 4552297"/>
              <a:gd name="connsiteY30" fmla="*/ 1395707 h 5549975"/>
              <a:gd name="connsiteX31" fmla="*/ 4510859 w 4552297"/>
              <a:gd name="connsiteY31" fmla="*/ 1408524 h 5549975"/>
              <a:gd name="connsiteX32" fmla="*/ 4506118 w 4552297"/>
              <a:gd name="connsiteY32" fmla="*/ 1419109 h 5549975"/>
              <a:gd name="connsiteX33" fmla="*/ 4495934 w 4552297"/>
              <a:gd name="connsiteY33" fmla="*/ 1469337 h 5549975"/>
              <a:gd name="connsiteX34" fmla="*/ 4485037 w 4552297"/>
              <a:gd name="connsiteY34" fmla="*/ 1543038 h 5549975"/>
              <a:gd name="connsiteX35" fmla="*/ 4480156 w 4552297"/>
              <a:gd name="connsiteY35" fmla="*/ 1553997 h 5549975"/>
              <a:gd name="connsiteX36" fmla="*/ 4465728 w 4552297"/>
              <a:gd name="connsiteY36" fmla="*/ 1626071 h 5549975"/>
              <a:gd name="connsiteX37" fmla="*/ 4462013 w 4552297"/>
              <a:gd name="connsiteY37" fmla="*/ 1664103 h 5549975"/>
              <a:gd name="connsiteX38" fmla="*/ 4465673 w 4552297"/>
              <a:gd name="connsiteY38" fmla="*/ 1668558 h 5549975"/>
              <a:gd name="connsiteX39" fmla="*/ 4464023 w 4552297"/>
              <a:gd name="connsiteY39" fmla="*/ 1679756 h 5549975"/>
              <a:gd name="connsiteX40" fmla="*/ 4464435 w 4552297"/>
              <a:gd name="connsiteY40" fmla="*/ 1682815 h 5549975"/>
              <a:gd name="connsiteX41" fmla="*/ 4465946 w 4552297"/>
              <a:gd name="connsiteY41" fmla="*/ 1700268 h 5549975"/>
              <a:gd name="connsiteX42" fmla="*/ 4454476 w 4552297"/>
              <a:gd name="connsiteY42" fmla="*/ 1735163 h 5549975"/>
              <a:gd name="connsiteX43" fmla="*/ 4452416 w 4552297"/>
              <a:gd name="connsiteY43" fmla="*/ 1735289 h 5549975"/>
              <a:gd name="connsiteX44" fmla="*/ 4443918 w 4552297"/>
              <a:gd name="connsiteY44" fmla="*/ 1887374 h 5549975"/>
              <a:gd name="connsiteX45" fmla="*/ 4452609 w 4552297"/>
              <a:gd name="connsiteY45" fmla="*/ 1911536 h 5549975"/>
              <a:gd name="connsiteX46" fmla="*/ 4454887 w 4552297"/>
              <a:gd name="connsiteY46" fmla="*/ 1961755 h 5549975"/>
              <a:gd name="connsiteX47" fmla="*/ 4454006 w 4552297"/>
              <a:gd name="connsiteY47" fmla="*/ 1995384 h 5549975"/>
              <a:gd name="connsiteX48" fmla="*/ 4453544 w 4552297"/>
              <a:gd name="connsiteY48" fmla="*/ 2000244 h 5549975"/>
              <a:gd name="connsiteX49" fmla="*/ 4444424 w 4552297"/>
              <a:gd name="connsiteY49" fmla="*/ 2040142 h 5549975"/>
              <a:gd name="connsiteX50" fmla="*/ 4447689 w 4552297"/>
              <a:gd name="connsiteY50" fmla="*/ 2044087 h 5549975"/>
              <a:gd name="connsiteX51" fmla="*/ 4450530 w 4552297"/>
              <a:gd name="connsiteY51" fmla="*/ 2056904 h 5549975"/>
              <a:gd name="connsiteX52" fmla="*/ 4445789 w 4552297"/>
              <a:gd name="connsiteY52" fmla="*/ 2067489 h 5549975"/>
              <a:gd name="connsiteX53" fmla="*/ 4435605 w 4552297"/>
              <a:gd name="connsiteY53" fmla="*/ 2117719 h 5549975"/>
              <a:gd name="connsiteX54" fmla="*/ 4428274 w 4552297"/>
              <a:gd name="connsiteY54" fmla="*/ 2167300 h 5549975"/>
              <a:gd name="connsiteX55" fmla="*/ 4372191 w 4552297"/>
              <a:gd name="connsiteY55" fmla="*/ 3223633 h 5549975"/>
              <a:gd name="connsiteX56" fmla="*/ 4359405 w 4552297"/>
              <a:gd name="connsiteY56" fmla="*/ 3477281 h 5549975"/>
              <a:gd name="connsiteX57" fmla="*/ 4348320 w 4552297"/>
              <a:gd name="connsiteY57" fmla="*/ 3639984 h 5549975"/>
              <a:gd name="connsiteX58" fmla="*/ 4257559 w 4552297"/>
              <a:gd name="connsiteY58" fmla="*/ 5278921 h 5549975"/>
              <a:gd name="connsiteX59" fmla="*/ 4262857 w 4552297"/>
              <a:gd name="connsiteY59" fmla="*/ 5315626 h 5549975"/>
              <a:gd name="connsiteX60" fmla="*/ 4266391 w 4552297"/>
              <a:gd name="connsiteY60" fmla="*/ 5350090 h 5549975"/>
              <a:gd name="connsiteX61" fmla="*/ 4269223 w 4552297"/>
              <a:gd name="connsiteY61" fmla="*/ 5450399 h 5549975"/>
              <a:gd name="connsiteX62" fmla="*/ 4250666 w 4552297"/>
              <a:gd name="connsiteY62" fmla="*/ 5484804 h 5549975"/>
              <a:gd name="connsiteX63" fmla="*/ 4246014 w 4552297"/>
              <a:gd name="connsiteY63" fmla="*/ 5487504 h 5549975"/>
              <a:gd name="connsiteX64" fmla="*/ 4242557 w 4552297"/>
              <a:gd name="connsiteY64" fmla="*/ 5549951 h 5549975"/>
              <a:gd name="connsiteX65" fmla="*/ 11873 w 4552297"/>
              <a:gd name="connsiteY65" fmla="*/ 5314089 h 5549975"/>
              <a:gd name="connsiteX66" fmla="*/ 15679 w 4552297"/>
              <a:gd name="connsiteY66" fmla="*/ 5243704 h 5549975"/>
              <a:gd name="connsiteX67" fmla="*/ 3174 w 4552297"/>
              <a:gd name="connsiteY67" fmla="*/ 5239903 h 5549975"/>
              <a:gd name="connsiteX68" fmla="*/ 7394 w 4552297"/>
              <a:gd name="connsiteY68" fmla="*/ 5233298 h 5549975"/>
              <a:gd name="connsiteX69" fmla="*/ 7663 w 4552297"/>
              <a:gd name="connsiteY69" fmla="*/ 5230552 h 5549975"/>
              <a:gd name="connsiteX70" fmla="*/ 7933 w 4552297"/>
              <a:gd name="connsiteY70" fmla="*/ 5227804 h 5549975"/>
              <a:gd name="connsiteX71" fmla="*/ 8470 w 4552297"/>
              <a:gd name="connsiteY71" fmla="*/ 5222308 h 5549975"/>
              <a:gd name="connsiteX72" fmla="*/ 8155 w 4552297"/>
              <a:gd name="connsiteY72" fmla="*/ 5216405 h 5549975"/>
              <a:gd name="connsiteX73" fmla="*/ 7571 w 4552297"/>
              <a:gd name="connsiteY73" fmla="*/ 5213249 h 5549975"/>
              <a:gd name="connsiteX74" fmla="*/ 7840 w 4552297"/>
              <a:gd name="connsiteY74" fmla="*/ 5210500 h 5549975"/>
              <a:gd name="connsiteX75" fmla="*/ 7524 w 4552297"/>
              <a:gd name="connsiteY75" fmla="*/ 5204597 h 5549975"/>
              <a:gd name="connsiteX76" fmla="*/ 6941 w 4552297"/>
              <a:gd name="connsiteY76" fmla="*/ 5201441 h 5549975"/>
              <a:gd name="connsiteX77" fmla="*/ 6311 w 4552297"/>
              <a:gd name="connsiteY77" fmla="*/ 5189632 h 5549975"/>
              <a:gd name="connsiteX78" fmla="*/ 5727 w 4552297"/>
              <a:gd name="connsiteY78" fmla="*/ 5186477 h 5549975"/>
              <a:gd name="connsiteX79" fmla="*/ 5995 w 4552297"/>
              <a:gd name="connsiteY79" fmla="*/ 5183728 h 5549975"/>
              <a:gd name="connsiteX80" fmla="*/ 4560 w 4552297"/>
              <a:gd name="connsiteY80" fmla="*/ 5180163 h 5549975"/>
              <a:gd name="connsiteX81" fmla="*/ 21055 w 4552297"/>
              <a:gd name="connsiteY81" fmla="*/ 5144275 h 5549975"/>
              <a:gd name="connsiteX82" fmla="*/ 42491 w 4552297"/>
              <a:gd name="connsiteY82" fmla="*/ 4747825 h 5549975"/>
              <a:gd name="connsiteX83" fmla="*/ 0 w 4552297"/>
              <a:gd name="connsiteY83" fmla="*/ 3811601 h 5549975"/>
              <a:gd name="connsiteX84" fmla="*/ 302276 w 4552297"/>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218499 w 4549123"/>
              <a:gd name="connsiteY83" fmla="*/ 3822685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74412 w 4549123"/>
              <a:gd name="connsiteY83" fmla="*/ 3839310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74412 w 4549123"/>
              <a:gd name="connsiteY82" fmla="*/ 3839310 h 5549975"/>
              <a:gd name="connsiteX83" fmla="*/ 299102 w 4549123"/>
              <a:gd name="connsiteY83"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6798 w 4549123"/>
              <a:gd name="connsiteY81" fmla="*/ 5116566 h 5549975"/>
              <a:gd name="connsiteX82" fmla="*/ 74412 w 4549123"/>
              <a:gd name="connsiteY82" fmla="*/ 3839310 h 5549975"/>
              <a:gd name="connsiteX83" fmla="*/ 299102 w 4549123"/>
              <a:gd name="connsiteY83" fmla="*/ 0 h 5549975"/>
              <a:gd name="connsiteX0" fmla="*/ 304427 w 4554448"/>
              <a:gd name="connsiteY0" fmla="*/ 0 h 5549970"/>
              <a:gd name="connsiteX1" fmla="*/ 3306613 w 4554448"/>
              <a:gd name="connsiteY1" fmla="*/ 171842 h 5549970"/>
              <a:gd name="connsiteX2" fmla="*/ 4135424 w 4554448"/>
              <a:gd name="connsiteY2" fmla="*/ 226950 h 5549970"/>
              <a:gd name="connsiteX3" fmla="*/ 4508618 w 4554448"/>
              <a:gd name="connsiteY3" fmla="*/ 247374 h 5549970"/>
              <a:gd name="connsiteX4" fmla="*/ 4536497 w 4554448"/>
              <a:gd name="connsiteY4" fmla="*/ 269179 h 5549970"/>
              <a:gd name="connsiteX5" fmla="*/ 4534723 w 4554448"/>
              <a:gd name="connsiteY5" fmla="*/ 300930 h 5549970"/>
              <a:gd name="connsiteX6" fmla="*/ 4537645 w 4554448"/>
              <a:gd name="connsiteY6" fmla="*/ 302647 h 5549970"/>
              <a:gd name="connsiteX7" fmla="*/ 4554071 w 4554448"/>
              <a:gd name="connsiteY7" fmla="*/ 334222 h 5549970"/>
              <a:gd name="connsiteX8" fmla="*/ 4531810 w 4554448"/>
              <a:gd name="connsiteY8" fmla="*/ 391868 h 5549970"/>
              <a:gd name="connsiteX9" fmla="*/ 4528322 w 4554448"/>
              <a:gd name="connsiteY9" fmla="*/ 415489 h 5549970"/>
              <a:gd name="connsiteX10" fmla="*/ 4523217 w 4554448"/>
              <a:gd name="connsiteY10" fmla="*/ 506828 h 5549970"/>
              <a:gd name="connsiteX11" fmla="*/ 4522567 w 4554448"/>
              <a:gd name="connsiteY11" fmla="*/ 553245 h 5549970"/>
              <a:gd name="connsiteX12" fmla="*/ 4519468 w 4554448"/>
              <a:gd name="connsiteY12" fmla="*/ 581709 h 5549970"/>
              <a:gd name="connsiteX13" fmla="*/ 4518799 w 4554448"/>
              <a:gd name="connsiteY13" fmla="*/ 585890 h 5549970"/>
              <a:gd name="connsiteX14" fmla="*/ 4505862 w 4554448"/>
              <a:gd name="connsiteY14" fmla="*/ 817404 h 5549970"/>
              <a:gd name="connsiteX15" fmla="*/ 4507575 w 4554448"/>
              <a:gd name="connsiteY15" fmla="*/ 822238 h 5549970"/>
              <a:gd name="connsiteX16" fmla="*/ 4505424 w 4554448"/>
              <a:gd name="connsiteY16" fmla="*/ 846069 h 5549970"/>
              <a:gd name="connsiteX17" fmla="*/ 4503824 w 4554448"/>
              <a:gd name="connsiteY17" fmla="*/ 853854 h 5549970"/>
              <a:gd name="connsiteX18" fmla="*/ 4497586 w 4554448"/>
              <a:gd name="connsiteY18" fmla="*/ 965485 h 5549970"/>
              <a:gd name="connsiteX19" fmla="*/ 4499663 w 4554448"/>
              <a:gd name="connsiteY19" fmla="*/ 966385 h 5549970"/>
              <a:gd name="connsiteX20" fmla="*/ 4503782 w 4554448"/>
              <a:gd name="connsiteY20" fmla="*/ 1002567 h 5549970"/>
              <a:gd name="connsiteX21" fmla="*/ 4498984 w 4554448"/>
              <a:gd name="connsiteY21" fmla="*/ 1101094 h 5549970"/>
              <a:gd name="connsiteX22" fmla="*/ 4498879 w 4554448"/>
              <a:gd name="connsiteY22" fmla="*/ 1159389 h 5549970"/>
              <a:gd name="connsiteX23" fmla="*/ 4503182 w 4554448"/>
              <a:gd name="connsiteY23" fmla="*/ 1180505 h 5549970"/>
              <a:gd name="connsiteX24" fmla="*/ 4506272 w 4554448"/>
              <a:gd name="connsiteY24" fmla="*/ 1210687 h 5549970"/>
              <a:gd name="connsiteX25" fmla="*/ 4515089 w 4554448"/>
              <a:gd name="connsiteY25" fmla="*/ 1263157 h 5549970"/>
              <a:gd name="connsiteX26" fmla="*/ 4517366 w 4554448"/>
              <a:gd name="connsiteY26" fmla="*/ 1313374 h 5549970"/>
              <a:gd name="connsiteX27" fmla="*/ 4516486 w 4554448"/>
              <a:gd name="connsiteY27" fmla="*/ 1347004 h 5549970"/>
              <a:gd name="connsiteX28" fmla="*/ 4516023 w 4554448"/>
              <a:gd name="connsiteY28" fmla="*/ 1351864 h 5549970"/>
              <a:gd name="connsiteX29" fmla="*/ 4506904 w 4554448"/>
              <a:gd name="connsiteY29" fmla="*/ 1391762 h 5549970"/>
              <a:gd name="connsiteX30" fmla="*/ 4510168 w 4554448"/>
              <a:gd name="connsiteY30" fmla="*/ 1395707 h 5549970"/>
              <a:gd name="connsiteX31" fmla="*/ 4513010 w 4554448"/>
              <a:gd name="connsiteY31" fmla="*/ 1408524 h 5549970"/>
              <a:gd name="connsiteX32" fmla="*/ 4508269 w 4554448"/>
              <a:gd name="connsiteY32" fmla="*/ 1419109 h 5549970"/>
              <a:gd name="connsiteX33" fmla="*/ 4498085 w 4554448"/>
              <a:gd name="connsiteY33" fmla="*/ 1469337 h 5549970"/>
              <a:gd name="connsiteX34" fmla="*/ 4487188 w 4554448"/>
              <a:gd name="connsiteY34" fmla="*/ 1543038 h 5549970"/>
              <a:gd name="connsiteX35" fmla="*/ 4482307 w 4554448"/>
              <a:gd name="connsiteY35" fmla="*/ 1553997 h 5549970"/>
              <a:gd name="connsiteX36" fmla="*/ 4467879 w 4554448"/>
              <a:gd name="connsiteY36" fmla="*/ 1626071 h 5549970"/>
              <a:gd name="connsiteX37" fmla="*/ 4464164 w 4554448"/>
              <a:gd name="connsiteY37" fmla="*/ 1664103 h 5549970"/>
              <a:gd name="connsiteX38" fmla="*/ 4467824 w 4554448"/>
              <a:gd name="connsiteY38" fmla="*/ 1668558 h 5549970"/>
              <a:gd name="connsiteX39" fmla="*/ 4466174 w 4554448"/>
              <a:gd name="connsiteY39" fmla="*/ 1679756 h 5549970"/>
              <a:gd name="connsiteX40" fmla="*/ 4466586 w 4554448"/>
              <a:gd name="connsiteY40" fmla="*/ 1682815 h 5549970"/>
              <a:gd name="connsiteX41" fmla="*/ 4468097 w 4554448"/>
              <a:gd name="connsiteY41" fmla="*/ 1700268 h 5549970"/>
              <a:gd name="connsiteX42" fmla="*/ 4456627 w 4554448"/>
              <a:gd name="connsiteY42" fmla="*/ 1735163 h 5549970"/>
              <a:gd name="connsiteX43" fmla="*/ 4454567 w 4554448"/>
              <a:gd name="connsiteY43" fmla="*/ 1735289 h 5549970"/>
              <a:gd name="connsiteX44" fmla="*/ 4446069 w 4554448"/>
              <a:gd name="connsiteY44" fmla="*/ 1887374 h 5549970"/>
              <a:gd name="connsiteX45" fmla="*/ 4454760 w 4554448"/>
              <a:gd name="connsiteY45" fmla="*/ 1911536 h 5549970"/>
              <a:gd name="connsiteX46" fmla="*/ 4457038 w 4554448"/>
              <a:gd name="connsiteY46" fmla="*/ 1961755 h 5549970"/>
              <a:gd name="connsiteX47" fmla="*/ 4456157 w 4554448"/>
              <a:gd name="connsiteY47" fmla="*/ 1995384 h 5549970"/>
              <a:gd name="connsiteX48" fmla="*/ 4455695 w 4554448"/>
              <a:gd name="connsiteY48" fmla="*/ 2000244 h 5549970"/>
              <a:gd name="connsiteX49" fmla="*/ 4446575 w 4554448"/>
              <a:gd name="connsiteY49" fmla="*/ 2040142 h 5549970"/>
              <a:gd name="connsiteX50" fmla="*/ 4449840 w 4554448"/>
              <a:gd name="connsiteY50" fmla="*/ 2044087 h 5549970"/>
              <a:gd name="connsiteX51" fmla="*/ 4452681 w 4554448"/>
              <a:gd name="connsiteY51" fmla="*/ 2056904 h 5549970"/>
              <a:gd name="connsiteX52" fmla="*/ 4447940 w 4554448"/>
              <a:gd name="connsiteY52" fmla="*/ 2067489 h 5549970"/>
              <a:gd name="connsiteX53" fmla="*/ 4437756 w 4554448"/>
              <a:gd name="connsiteY53" fmla="*/ 2117719 h 5549970"/>
              <a:gd name="connsiteX54" fmla="*/ 4430425 w 4554448"/>
              <a:gd name="connsiteY54" fmla="*/ 2167300 h 5549970"/>
              <a:gd name="connsiteX55" fmla="*/ 4374342 w 4554448"/>
              <a:gd name="connsiteY55" fmla="*/ 3223633 h 5549970"/>
              <a:gd name="connsiteX56" fmla="*/ 4361556 w 4554448"/>
              <a:gd name="connsiteY56" fmla="*/ 3477281 h 5549970"/>
              <a:gd name="connsiteX57" fmla="*/ 4350471 w 4554448"/>
              <a:gd name="connsiteY57" fmla="*/ 3639984 h 5549970"/>
              <a:gd name="connsiteX58" fmla="*/ 4259710 w 4554448"/>
              <a:gd name="connsiteY58" fmla="*/ 5278921 h 5549970"/>
              <a:gd name="connsiteX59" fmla="*/ 4265008 w 4554448"/>
              <a:gd name="connsiteY59" fmla="*/ 5315626 h 5549970"/>
              <a:gd name="connsiteX60" fmla="*/ 4268542 w 4554448"/>
              <a:gd name="connsiteY60" fmla="*/ 5350090 h 5549970"/>
              <a:gd name="connsiteX61" fmla="*/ 4271374 w 4554448"/>
              <a:gd name="connsiteY61" fmla="*/ 5450399 h 5549970"/>
              <a:gd name="connsiteX62" fmla="*/ 4252817 w 4554448"/>
              <a:gd name="connsiteY62" fmla="*/ 5484804 h 5549970"/>
              <a:gd name="connsiteX63" fmla="*/ 4248165 w 4554448"/>
              <a:gd name="connsiteY63" fmla="*/ 5487504 h 5549970"/>
              <a:gd name="connsiteX64" fmla="*/ 4244708 w 4554448"/>
              <a:gd name="connsiteY64" fmla="*/ 5549951 h 5549970"/>
              <a:gd name="connsiteX65" fmla="*/ 0 w 4554448"/>
              <a:gd name="connsiteY65" fmla="*/ 5272016 h 5549970"/>
              <a:gd name="connsiteX66" fmla="*/ 17830 w 4554448"/>
              <a:gd name="connsiteY66" fmla="*/ 5243704 h 5549970"/>
              <a:gd name="connsiteX67" fmla="*/ 5325 w 4554448"/>
              <a:gd name="connsiteY67" fmla="*/ 5239903 h 5549970"/>
              <a:gd name="connsiteX68" fmla="*/ 9545 w 4554448"/>
              <a:gd name="connsiteY68" fmla="*/ 5233298 h 5549970"/>
              <a:gd name="connsiteX69" fmla="*/ 9814 w 4554448"/>
              <a:gd name="connsiteY69" fmla="*/ 5230552 h 5549970"/>
              <a:gd name="connsiteX70" fmla="*/ 10084 w 4554448"/>
              <a:gd name="connsiteY70" fmla="*/ 5227804 h 5549970"/>
              <a:gd name="connsiteX71" fmla="*/ 10621 w 4554448"/>
              <a:gd name="connsiteY71" fmla="*/ 5222308 h 5549970"/>
              <a:gd name="connsiteX72" fmla="*/ 10306 w 4554448"/>
              <a:gd name="connsiteY72" fmla="*/ 5216405 h 5549970"/>
              <a:gd name="connsiteX73" fmla="*/ 9722 w 4554448"/>
              <a:gd name="connsiteY73" fmla="*/ 5213249 h 5549970"/>
              <a:gd name="connsiteX74" fmla="*/ 9991 w 4554448"/>
              <a:gd name="connsiteY74" fmla="*/ 5210500 h 5549970"/>
              <a:gd name="connsiteX75" fmla="*/ 9675 w 4554448"/>
              <a:gd name="connsiteY75" fmla="*/ 5204597 h 5549970"/>
              <a:gd name="connsiteX76" fmla="*/ 9092 w 4554448"/>
              <a:gd name="connsiteY76" fmla="*/ 5201441 h 5549970"/>
              <a:gd name="connsiteX77" fmla="*/ 8462 w 4554448"/>
              <a:gd name="connsiteY77" fmla="*/ 5189632 h 5549970"/>
              <a:gd name="connsiteX78" fmla="*/ 7878 w 4554448"/>
              <a:gd name="connsiteY78" fmla="*/ 5186477 h 5549970"/>
              <a:gd name="connsiteX79" fmla="*/ 8146 w 4554448"/>
              <a:gd name="connsiteY79" fmla="*/ 5183728 h 5549970"/>
              <a:gd name="connsiteX80" fmla="*/ 6711 w 4554448"/>
              <a:gd name="connsiteY80" fmla="*/ 5180163 h 5549970"/>
              <a:gd name="connsiteX81" fmla="*/ 12123 w 4554448"/>
              <a:gd name="connsiteY81" fmla="*/ 5116566 h 5549970"/>
              <a:gd name="connsiteX82" fmla="*/ 79737 w 4554448"/>
              <a:gd name="connsiteY82" fmla="*/ 3839310 h 5549970"/>
              <a:gd name="connsiteX83" fmla="*/ 304427 w 4554448"/>
              <a:gd name="connsiteY83" fmla="*/ 0 h 5549970"/>
              <a:gd name="connsiteX0" fmla="*/ 338086 w 4588107"/>
              <a:gd name="connsiteY0" fmla="*/ 0 h 5549995"/>
              <a:gd name="connsiteX1" fmla="*/ 3340272 w 4588107"/>
              <a:gd name="connsiteY1" fmla="*/ 171842 h 5549995"/>
              <a:gd name="connsiteX2" fmla="*/ 4169083 w 4588107"/>
              <a:gd name="connsiteY2" fmla="*/ 226950 h 5549995"/>
              <a:gd name="connsiteX3" fmla="*/ 4542277 w 4588107"/>
              <a:gd name="connsiteY3" fmla="*/ 247374 h 5549995"/>
              <a:gd name="connsiteX4" fmla="*/ 4570156 w 4588107"/>
              <a:gd name="connsiteY4" fmla="*/ 269179 h 5549995"/>
              <a:gd name="connsiteX5" fmla="*/ 4568382 w 4588107"/>
              <a:gd name="connsiteY5" fmla="*/ 300930 h 5549995"/>
              <a:gd name="connsiteX6" fmla="*/ 4571304 w 4588107"/>
              <a:gd name="connsiteY6" fmla="*/ 302647 h 5549995"/>
              <a:gd name="connsiteX7" fmla="*/ 4587730 w 4588107"/>
              <a:gd name="connsiteY7" fmla="*/ 334222 h 5549995"/>
              <a:gd name="connsiteX8" fmla="*/ 4565469 w 4588107"/>
              <a:gd name="connsiteY8" fmla="*/ 391868 h 5549995"/>
              <a:gd name="connsiteX9" fmla="*/ 4561981 w 4588107"/>
              <a:gd name="connsiteY9" fmla="*/ 415489 h 5549995"/>
              <a:gd name="connsiteX10" fmla="*/ 4556876 w 4588107"/>
              <a:gd name="connsiteY10" fmla="*/ 506828 h 5549995"/>
              <a:gd name="connsiteX11" fmla="*/ 4556226 w 4588107"/>
              <a:gd name="connsiteY11" fmla="*/ 553245 h 5549995"/>
              <a:gd name="connsiteX12" fmla="*/ 4553127 w 4588107"/>
              <a:gd name="connsiteY12" fmla="*/ 581709 h 5549995"/>
              <a:gd name="connsiteX13" fmla="*/ 4552458 w 4588107"/>
              <a:gd name="connsiteY13" fmla="*/ 585890 h 5549995"/>
              <a:gd name="connsiteX14" fmla="*/ 4539521 w 4588107"/>
              <a:gd name="connsiteY14" fmla="*/ 817404 h 5549995"/>
              <a:gd name="connsiteX15" fmla="*/ 4541234 w 4588107"/>
              <a:gd name="connsiteY15" fmla="*/ 822238 h 5549995"/>
              <a:gd name="connsiteX16" fmla="*/ 4539083 w 4588107"/>
              <a:gd name="connsiteY16" fmla="*/ 846069 h 5549995"/>
              <a:gd name="connsiteX17" fmla="*/ 4537483 w 4588107"/>
              <a:gd name="connsiteY17" fmla="*/ 853854 h 5549995"/>
              <a:gd name="connsiteX18" fmla="*/ 4531245 w 4588107"/>
              <a:gd name="connsiteY18" fmla="*/ 965485 h 5549995"/>
              <a:gd name="connsiteX19" fmla="*/ 4533322 w 4588107"/>
              <a:gd name="connsiteY19" fmla="*/ 966385 h 5549995"/>
              <a:gd name="connsiteX20" fmla="*/ 4537441 w 4588107"/>
              <a:gd name="connsiteY20" fmla="*/ 1002567 h 5549995"/>
              <a:gd name="connsiteX21" fmla="*/ 4532643 w 4588107"/>
              <a:gd name="connsiteY21" fmla="*/ 1101094 h 5549995"/>
              <a:gd name="connsiteX22" fmla="*/ 4532538 w 4588107"/>
              <a:gd name="connsiteY22" fmla="*/ 1159389 h 5549995"/>
              <a:gd name="connsiteX23" fmla="*/ 4536841 w 4588107"/>
              <a:gd name="connsiteY23" fmla="*/ 1180505 h 5549995"/>
              <a:gd name="connsiteX24" fmla="*/ 4539931 w 4588107"/>
              <a:gd name="connsiteY24" fmla="*/ 1210687 h 5549995"/>
              <a:gd name="connsiteX25" fmla="*/ 4548748 w 4588107"/>
              <a:gd name="connsiteY25" fmla="*/ 1263157 h 5549995"/>
              <a:gd name="connsiteX26" fmla="*/ 4551025 w 4588107"/>
              <a:gd name="connsiteY26" fmla="*/ 1313374 h 5549995"/>
              <a:gd name="connsiteX27" fmla="*/ 4550145 w 4588107"/>
              <a:gd name="connsiteY27" fmla="*/ 1347004 h 5549995"/>
              <a:gd name="connsiteX28" fmla="*/ 4549682 w 4588107"/>
              <a:gd name="connsiteY28" fmla="*/ 1351864 h 5549995"/>
              <a:gd name="connsiteX29" fmla="*/ 4540563 w 4588107"/>
              <a:gd name="connsiteY29" fmla="*/ 1391762 h 5549995"/>
              <a:gd name="connsiteX30" fmla="*/ 4543827 w 4588107"/>
              <a:gd name="connsiteY30" fmla="*/ 1395707 h 5549995"/>
              <a:gd name="connsiteX31" fmla="*/ 4546669 w 4588107"/>
              <a:gd name="connsiteY31" fmla="*/ 1408524 h 5549995"/>
              <a:gd name="connsiteX32" fmla="*/ 4541928 w 4588107"/>
              <a:gd name="connsiteY32" fmla="*/ 1419109 h 5549995"/>
              <a:gd name="connsiteX33" fmla="*/ 4531744 w 4588107"/>
              <a:gd name="connsiteY33" fmla="*/ 1469337 h 5549995"/>
              <a:gd name="connsiteX34" fmla="*/ 4520847 w 4588107"/>
              <a:gd name="connsiteY34" fmla="*/ 1543038 h 5549995"/>
              <a:gd name="connsiteX35" fmla="*/ 4515966 w 4588107"/>
              <a:gd name="connsiteY35" fmla="*/ 1553997 h 5549995"/>
              <a:gd name="connsiteX36" fmla="*/ 4501538 w 4588107"/>
              <a:gd name="connsiteY36" fmla="*/ 1626071 h 5549995"/>
              <a:gd name="connsiteX37" fmla="*/ 4497823 w 4588107"/>
              <a:gd name="connsiteY37" fmla="*/ 1664103 h 5549995"/>
              <a:gd name="connsiteX38" fmla="*/ 4501483 w 4588107"/>
              <a:gd name="connsiteY38" fmla="*/ 1668558 h 5549995"/>
              <a:gd name="connsiteX39" fmla="*/ 4499833 w 4588107"/>
              <a:gd name="connsiteY39" fmla="*/ 1679756 h 5549995"/>
              <a:gd name="connsiteX40" fmla="*/ 4500245 w 4588107"/>
              <a:gd name="connsiteY40" fmla="*/ 1682815 h 5549995"/>
              <a:gd name="connsiteX41" fmla="*/ 4501756 w 4588107"/>
              <a:gd name="connsiteY41" fmla="*/ 1700268 h 5549995"/>
              <a:gd name="connsiteX42" fmla="*/ 4490286 w 4588107"/>
              <a:gd name="connsiteY42" fmla="*/ 1735163 h 5549995"/>
              <a:gd name="connsiteX43" fmla="*/ 4488226 w 4588107"/>
              <a:gd name="connsiteY43" fmla="*/ 1735289 h 5549995"/>
              <a:gd name="connsiteX44" fmla="*/ 4479728 w 4588107"/>
              <a:gd name="connsiteY44" fmla="*/ 1887374 h 5549995"/>
              <a:gd name="connsiteX45" fmla="*/ 4488419 w 4588107"/>
              <a:gd name="connsiteY45" fmla="*/ 1911536 h 5549995"/>
              <a:gd name="connsiteX46" fmla="*/ 4490697 w 4588107"/>
              <a:gd name="connsiteY46" fmla="*/ 1961755 h 5549995"/>
              <a:gd name="connsiteX47" fmla="*/ 4489816 w 4588107"/>
              <a:gd name="connsiteY47" fmla="*/ 1995384 h 5549995"/>
              <a:gd name="connsiteX48" fmla="*/ 4489354 w 4588107"/>
              <a:gd name="connsiteY48" fmla="*/ 2000244 h 5549995"/>
              <a:gd name="connsiteX49" fmla="*/ 4480234 w 4588107"/>
              <a:gd name="connsiteY49" fmla="*/ 2040142 h 5549995"/>
              <a:gd name="connsiteX50" fmla="*/ 4483499 w 4588107"/>
              <a:gd name="connsiteY50" fmla="*/ 2044087 h 5549995"/>
              <a:gd name="connsiteX51" fmla="*/ 4486340 w 4588107"/>
              <a:gd name="connsiteY51" fmla="*/ 2056904 h 5549995"/>
              <a:gd name="connsiteX52" fmla="*/ 4481599 w 4588107"/>
              <a:gd name="connsiteY52" fmla="*/ 2067489 h 5549995"/>
              <a:gd name="connsiteX53" fmla="*/ 4471415 w 4588107"/>
              <a:gd name="connsiteY53" fmla="*/ 2117719 h 5549995"/>
              <a:gd name="connsiteX54" fmla="*/ 4464084 w 4588107"/>
              <a:gd name="connsiteY54" fmla="*/ 2167300 h 5549995"/>
              <a:gd name="connsiteX55" fmla="*/ 4408001 w 4588107"/>
              <a:gd name="connsiteY55" fmla="*/ 3223633 h 5549995"/>
              <a:gd name="connsiteX56" fmla="*/ 4395215 w 4588107"/>
              <a:gd name="connsiteY56" fmla="*/ 3477281 h 5549995"/>
              <a:gd name="connsiteX57" fmla="*/ 4384130 w 4588107"/>
              <a:gd name="connsiteY57" fmla="*/ 3639984 h 5549995"/>
              <a:gd name="connsiteX58" fmla="*/ 4293369 w 4588107"/>
              <a:gd name="connsiteY58" fmla="*/ 5278921 h 5549995"/>
              <a:gd name="connsiteX59" fmla="*/ 4298667 w 4588107"/>
              <a:gd name="connsiteY59" fmla="*/ 5315626 h 5549995"/>
              <a:gd name="connsiteX60" fmla="*/ 4302201 w 4588107"/>
              <a:gd name="connsiteY60" fmla="*/ 5350090 h 5549995"/>
              <a:gd name="connsiteX61" fmla="*/ 4305033 w 4588107"/>
              <a:gd name="connsiteY61" fmla="*/ 5450399 h 5549995"/>
              <a:gd name="connsiteX62" fmla="*/ 4286476 w 4588107"/>
              <a:gd name="connsiteY62" fmla="*/ 5484804 h 5549995"/>
              <a:gd name="connsiteX63" fmla="*/ 4281824 w 4588107"/>
              <a:gd name="connsiteY63" fmla="*/ 5487504 h 5549995"/>
              <a:gd name="connsiteX64" fmla="*/ 4278367 w 4588107"/>
              <a:gd name="connsiteY64" fmla="*/ 5549951 h 5549995"/>
              <a:gd name="connsiteX65" fmla="*/ 0 w 4588107"/>
              <a:gd name="connsiteY65" fmla="*/ 5387017 h 5549995"/>
              <a:gd name="connsiteX66" fmla="*/ 51489 w 4588107"/>
              <a:gd name="connsiteY66" fmla="*/ 5243704 h 5549995"/>
              <a:gd name="connsiteX67" fmla="*/ 38984 w 4588107"/>
              <a:gd name="connsiteY67" fmla="*/ 5239903 h 5549995"/>
              <a:gd name="connsiteX68" fmla="*/ 43204 w 4588107"/>
              <a:gd name="connsiteY68" fmla="*/ 5233298 h 5549995"/>
              <a:gd name="connsiteX69" fmla="*/ 43473 w 4588107"/>
              <a:gd name="connsiteY69" fmla="*/ 5230552 h 5549995"/>
              <a:gd name="connsiteX70" fmla="*/ 43743 w 4588107"/>
              <a:gd name="connsiteY70" fmla="*/ 5227804 h 5549995"/>
              <a:gd name="connsiteX71" fmla="*/ 44280 w 4588107"/>
              <a:gd name="connsiteY71" fmla="*/ 5222308 h 5549995"/>
              <a:gd name="connsiteX72" fmla="*/ 43965 w 4588107"/>
              <a:gd name="connsiteY72" fmla="*/ 5216405 h 5549995"/>
              <a:gd name="connsiteX73" fmla="*/ 43381 w 4588107"/>
              <a:gd name="connsiteY73" fmla="*/ 5213249 h 5549995"/>
              <a:gd name="connsiteX74" fmla="*/ 43650 w 4588107"/>
              <a:gd name="connsiteY74" fmla="*/ 5210500 h 5549995"/>
              <a:gd name="connsiteX75" fmla="*/ 43334 w 4588107"/>
              <a:gd name="connsiteY75" fmla="*/ 5204597 h 5549995"/>
              <a:gd name="connsiteX76" fmla="*/ 42751 w 4588107"/>
              <a:gd name="connsiteY76" fmla="*/ 5201441 h 5549995"/>
              <a:gd name="connsiteX77" fmla="*/ 42121 w 4588107"/>
              <a:gd name="connsiteY77" fmla="*/ 5189632 h 5549995"/>
              <a:gd name="connsiteX78" fmla="*/ 41537 w 4588107"/>
              <a:gd name="connsiteY78" fmla="*/ 5186477 h 5549995"/>
              <a:gd name="connsiteX79" fmla="*/ 41805 w 4588107"/>
              <a:gd name="connsiteY79" fmla="*/ 5183728 h 5549995"/>
              <a:gd name="connsiteX80" fmla="*/ 40370 w 4588107"/>
              <a:gd name="connsiteY80" fmla="*/ 5180163 h 5549995"/>
              <a:gd name="connsiteX81" fmla="*/ 45782 w 4588107"/>
              <a:gd name="connsiteY81" fmla="*/ 5116566 h 5549995"/>
              <a:gd name="connsiteX82" fmla="*/ 113396 w 4588107"/>
              <a:gd name="connsiteY82" fmla="*/ 3839310 h 5549995"/>
              <a:gd name="connsiteX83" fmla="*/ 338086 w 4588107"/>
              <a:gd name="connsiteY83" fmla="*/ 0 h 5549995"/>
              <a:gd name="connsiteX0" fmla="*/ 299102 w 4549123"/>
              <a:gd name="connsiteY0" fmla="*/ 0 h 5549966"/>
              <a:gd name="connsiteX1" fmla="*/ 3301288 w 4549123"/>
              <a:gd name="connsiteY1" fmla="*/ 171842 h 5549966"/>
              <a:gd name="connsiteX2" fmla="*/ 4130099 w 4549123"/>
              <a:gd name="connsiteY2" fmla="*/ 226950 h 5549966"/>
              <a:gd name="connsiteX3" fmla="*/ 4503293 w 4549123"/>
              <a:gd name="connsiteY3" fmla="*/ 247374 h 5549966"/>
              <a:gd name="connsiteX4" fmla="*/ 4531172 w 4549123"/>
              <a:gd name="connsiteY4" fmla="*/ 269179 h 5549966"/>
              <a:gd name="connsiteX5" fmla="*/ 4529398 w 4549123"/>
              <a:gd name="connsiteY5" fmla="*/ 300930 h 5549966"/>
              <a:gd name="connsiteX6" fmla="*/ 4532320 w 4549123"/>
              <a:gd name="connsiteY6" fmla="*/ 302647 h 5549966"/>
              <a:gd name="connsiteX7" fmla="*/ 4548746 w 4549123"/>
              <a:gd name="connsiteY7" fmla="*/ 334222 h 5549966"/>
              <a:gd name="connsiteX8" fmla="*/ 4526485 w 4549123"/>
              <a:gd name="connsiteY8" fmla="*/ 391868 h 5549966"/>
              <a:gd name="connsiteX9" fmla="*/ 4522997 w 4549123"/>
              <a:gd name="connsiteY9" fmla="*/ 415489 h 5549966"/>
              <a:gd name="connsiteX10" fmla="*/ 4517892 w 4549123"/>
              <a:gd name="connsiteY10" fmla="*/ 506828 h 5549966"/>
              <a:gd name="connsiteX11" fmla="*/ 4517242 w 4549123"/>
              <a:gd name="connsiteY11" fmla="*/ 553245 h 5549966"/>
              <a:gd name="connsiteX12" fmla="*/ 4514143 w 4549123"/>
              <a:gd name="connsiteY12" fmla="*/ 581709 h 5549966"/>
              <a:gd name="connsiteX13" fmla="*/ 4513474 w 4549123"/>
              <a:gd name="connsiteY13" fmla="*/ 585890 h 5549966"/>
              <a:gd name="connsiteX14" fmla="*/ 4500537 w 4549123"/>
              <a:gd name="connsiteY14" fmla="*/ 817404 h 5549966"/>
              <a:gd name="connsiteX15" fmla="*/ 4502250 w 4549123"/>
              <a:gd name="connsiteY15" fmla="*/ 822238 h 5549966"/>
              <a:gd name="connsiteX16" fmla="*/ 4500099 w 4549123"/>
              <a:gd name="connsiteY16" fmla="*/ 846069 h 5549966"/>
              <a:gd name="connsiteX17" fmla="*/ 4498499 w 4549123"/>
              <a:gd name="connsiteY17" fmla="*/ 853854 h 5549966"/>
              <a:gd name="connsiteX18" fmla="*/ 4492261 w 4549123"/>
              <a:gd name="connsiteY18" fmla="*/ 965485 h 5549966"/>
              <a:gd name="connsiteX19" fmla="*/ 4494338 w 4549123"/>
              <a:gd name="connsiteY19" fmla="*/ 966385 h 5549966"/>
              <a:gd name="connsiteX20" fmla="*/ 4498457 w 4549123"/>
              <a:gd name="connsiteY20" fmla="*/ 1002567 h 5549966"/>
              <a:gd name="connsiteX21" fmla="*/ 4493659 w 4549123"/>
              <a:gd name="connsiteY21" fmla="*/ 1101094 h 5549966"/>
              <a:gd name="connsiteX22" fmla="*/ 4493554 w 4549123"/>
              <a:gd name="connsiteY22" fmla="*/ 1159389 h 5549966"/>
              <a:gd name="connsiteX23" fmla="*/ 4497857 w 4549123"/>
              <a:gd name="connsiteY23" fmla="*/ 1180505 h 5549966"/>
              <a:gd name="connsiteX24" fmla="*/ 4500947 w 4549123"/>
              <a:gd name="connsiteY24" fmla="*/ 1210687 h 5549966"/>
              <a:gd name="connsiteX25" fmla="*/ 4509764 w 4549123"/>
              <a:gd name="connsiteY25" fmla="*/ 1263157 h 5549966"/>
              <a:gd name="connsiteX26" fmla="*/ 4512041 w 4549123"/>
              <a:gd name="connsiteY26" fmla="*/ 1313374 h 5549966"/>
              <a:gd name="connsiteX27" fmla="*/ 4511161 w 4549123"/>
              <a:gd name="connsiteY27" fmla="*/ 1347004 h 5549966"/>
              <a:gd name="connsiteX28" fmla="*/ 4510698 w 4549123"/>
              <a:gd name="connsiteY28" fmla="*/ 1351864 h 5549966"/>
              <a:gd name="connsiteX29" fmla="*/ 4501579 w 4549123"/>
              <a:gd name="connsiteY29" fmla="*/ 1391762 h 5549966"/>
              <a:gd name="connsiteX30" fmla="*/ 4504843 w 4549123"/>
              <a:gd name="connsiteY30" fmla="*/ 1395707 h 5549966"/>
              <a:gd name="connsiteX31" fmla="*/ 4507685 w 4549123"/>
              <a:gd name="connsiteY31" fmla="*/ 1408524 h 5549966"/>
              <a:gd name="connsiteX32" fmla="*/ 4502944 w 4549123"/>
              <a:gd name="connsiteY32" fmla="*/ 1419109 h 5549966"/>
              <a:gd name="connsiteX33" fmla="*/ 4492760 w 4549123"/>
              <a:gd name="connsiteY33" fmla="*/ 1469337 h 5549966"/>
              <a:gd name="connsiteX34" fmla="*/ 4481863 w 4549123"/>
              <a:gd name="connsiteY34" fmla="*/ 1543038 h 5549966"/>
              <a:gd name="connsiteX35" fmla="*/ 4476982 w 4549123"/>
              <a:gd name="connsiteY35" fmla="*/ 1553997 h 5549966"/>
              <a:gd name="connsiteX36" fmla="*/ 4462554 w 4549123"/>
              <a:gd name="connsiteY36" fmla="*/ 1626071 h 5549966"/>
              <a:gd name="connsiteX37" fmla="*/ 4458839 w 4549123"/>
              <a:gd name="connsiteY37" fmla="*/ 1664103 h 5549966"/>
              <a:gd name="connsiteX38" fmla="*/ 4462499 w 4549123"/>
              <a:gd name="connsiteY38" fmla="*/ 1668558 h 5549966"/>
              <a:gd name="connsiteX39" fmla="*/ 4460849 w 4549123"/>
              <a:gd name="connsiteY39" fmla="*/ 1679756 h 5549966"/>
              <a:gd name="connsiteX40" fmla="*/ 4461261 w 4549123"/>
              <a:gd name="connsiteY40" fmla="*/ 1682815 h 5549966"/>
              <a:gd name="connsiteX41" fmla="*/ 4462772 w 4549123"/>
              <a:gd name="connsiteY41" fmla="*/ 1700268 h 5549966"/>
              <a:gd name="connsiteX42" fmla="*/ 4451302 w 4549123"/>
              <a:gd name="connsiteY42" fmla="*/ 1735163 h 5549966"/>
              <a:gd name="connsiteX43" fmla="*/ 4449242 w 4549123"/>
              <a:gd name="connsiteY43" fmla="*/ 1735289 h 5549966"/>
              <a:gd name="connsiteX44" fmla="*/ 4440744 w 4549123"/>
              <a:gd name="connsiteY44" fmla="*/ 1887374 h 5549966"/>
              <a:gd name="connsiteX45" fmla="*/ 4449435 w 4549123"/>
              <a:gd name="connsiteY45" fmla="*/ 1911536 h 5549966"/>
              <a:gd name="connsiteX46" fmla="*/ 4451713 w 4549123"/>
              <a:gd name="connsiteY46" fmla="*/ 1961755 h 5549966"/>
              <a:gd name="connsiteX47" fmla="*/ 4450832 w 4549123"/>
              <a:gd name="connsiteY47" fmla="*/ 1995384 h 5549966"/>
              <a:gd name="connsiteX48" fmla="*/ 4450370 w 4549123"/>
              <a:gd name="connsiteY48" fmla="*/ 2000244 h 5549966"/>
              <a:gd name="connsiteX49" fmla="*/ 4441250 w 4549123"/>
              <a:gd name="connsiteY49" fmla="*/ 2040142 h 5549966"/>
              <a:gd name="connsiteX50" fmla="*/ 4444515 w 4549123"/>
              <a:gd name="connsiteY50" fmla="*/ 2044087 h 5549966"/>
              <a:gd name="connsiteX51" fmla="*/ 4447356 w 4549123"/>
              <a:gd name="connsiteY51" fmla="*/ 2056904 h 5549966"/>
              <a:gd name="connsiteX52" fmla="*/ 4442615 w 4549123"/>
              <a:gd name="connsiteY52" fmla="*/ 2067489 h 5549966"/>
              <a:gd name="connsiteX53" fmla="*/ 4432431 w 4549123"/>
              <a:gd name="connsiteY53" fmla="*/ 2117719 h 5549966"/>
              <a:gd name="connsiteX54" fmla="*/ 4425100 w 4549123"/>
              <a:gd name="connsiteY54" fmla="*/ 2167300 h 5549966"/>
              <a:gd name="connsiteX55" fmla="*/ 4369017 w 4549123"/>
              <a:gd name="connsiteY55" fmla="*/ 3223633 h 5549966"/>
              <a:gd name="connsiteX56" fmla="*/ 4356231 w 4549123"/>
              <a:gd name="connsiteY56" fmla="*/ 3477281 h 5549966"/>
              <a:gd name="connsiteX57" fmla="*/ 4345146 w 4549123"/>
              <a:gd name="connsiteY57" fmla="*/ 3639984 h 5549966"/>
              <a:gd name="connsiteX58" fmla="*/ 4254385 w 4549123"/>
              <a:gd name="connsiteY58" fmla="*/ 5278921 h 5549966"/>
              <a:gd name="connsiteX59" fmla="*/ 4259683 w 4549123"/>
              <a:gd name="connsiteY59" fmla="*/ 5315626 h 5549966"/>
              <a:gd name="connsiteX60" fmla="*/ 4263217 w 4549123"/>
              <a:gd name="connsiteY60" fmla="*/ 5350090 h 5549966"/>
              <a:gd name="connsiteX61" fmla="*/ 4266049 w 4549123"/>
              <a:gd name="connsiteY61" fmla="*/ 5450399 h 5549966"/>
              <a:gd name="connsiteX62" fmla="*/ 4247492 w 4549123"/>
              <a:gd name="connsiteY62" fmla="*/ 5484804 h 5549966"/>
              <a:gd name="connsiteX63" fmla="*/ 4242840 w 4549123"/>
              <a:gd name="connsiteY63" fmla="*/ 5487504 h 5549966"/>
              <a:gd name="connsiteX64" fmla="*/ 4239383 w 4549123"/>
              <a:gd name="connsiteY64" fmla="*/ 5549951 h 5549966"/>
              <a:gd name="connsiteX65" fmla="*/ 266751 w 4549123"/>
              <a:gd name="connsiteY65" fmla="*/ 5218723 h 5549966"/>
              <a:gd name="connsiteX66" fmla="*/ 12505 w 4549123"/>
              <a:gd name="connsiteY66" fmla="*/ 5243704 h 5549966"/>
              <a:gd name="connsiteX67" fmla="*/ 0 w 4549123"/>
              <a:gd name="connsiteY67" fmla="*/ 5239903 h 5549966"/>
              <a:gd name="connsiteX68" fmla="*/ 4220 w 4549123"/>
              <a:gd name="connsiteY68" fmla="*/ 5233298 h 5549966"/>
              <a:gd name="connsiteX69" fmla="*/ 4489 w 4549123"/>
              <a:gd name="connsiteY69" fmla="*/ 5230552 h 5549966"/>
              <a:gd name="connsiteX70" fmla="*/ 4759 w 4549123"/>
              <a:gd name="connsiteY70" fmla="*/ 5227804 h 5549966"/>
              <a:gd name="connsiteX71" fmla="*/ 5296 w 4549123"/>
              <a:gd name="connsiteY71" fmla="*/ 5222308 h 5549966"/>
              <a:gd name="connsiteX72" fmla="*/ 4981 w 4549123"/>
              <a:gd name="connsiteY72" fmla="*/ 5216405 h 5549966"/>
              <a:gd name="connsiteX73" fmla="*/ 4397 w 4549123"/>
              <a:gd name="connsiteY73" fmla="*/ 5213249 h 5549966"/>
              <a:gd name="connsiteX74" fmla="*/ 4666 w 4549123"/>
              <a:gd name="connsiteY74" fmla="*/ 5210500 h 5549966"/>
              <a:gd name="connsiteX75" fmla="*/ 4350 w 4549123"/>
              <a:gd name="connsiteY75" fmla="*/ 5204597 h 5549966"/>
              <a:gd name="connsiteX76" fmla="*/ 3767 w 4549123"/>
              <a:gd name="connsiteY76" fmla="*/ 5201441 h 5549966"/>
              <a:gd name="connsiteX77" fmla="*/ 3137 w 4549123"/>
              <a:gd name="connsiteY77" fmla="*/ 5189632 h 5549966"/>
              <a:gd name="connsiteX78" fmla="*/ 2553 w 4549123"/>
              <a:gd name="connsiteY78" fmla="*/ 5186477 h 5549966"/>
              <a:gd name="connsiteX79" fmla="*/ 2821 w 4549123"/>
              <a:gd name="connsiteY79" fmla="*/ 5183728 h 5549966"/>
              <a:gd name="connsiteX80" fmla="*/ 1386 w 4549123"/>
              <a:gd name="connsiteY80" fmla="*/ 5180163 h 5549966"/>
              <a:gd name="connsiteX81" fmla="*/ 6798 w 4549123"/>
              <a:gd name="connsiteY81" fmla="*/ 5116566 h 5549966"/>
              <a:gd name="connsiteX82" fmla="*/ 74412 w 4549123"/>
              <a:gd name="connsiteY82" fmla="*/ 3839310 h 5549966"/>
              <a:gd name="connsiteX83" fmla="*/ 299102 w 4549123"/>
              <a:gd name="connsiteY83" fmla="*/ 0 h 5549966"/>
              <a:gd name="connsiteX0" fmla="*/ 303426 w 4553447"/>
              <a:gd name="connsiteY0" fmla="*/ 0 h 5549966"/>
              <a:gd name="connsiteX1" fmla="*/ 3305612 w 4553447"/>
              <a:gd name="connsiteY1" fmla="*/ 171842 h 5549966"/>
              <a:gd name="connsiteX2" fmla="*/ 4134423 w 4553447"/>
              <a:gd name="connsiteY2" fmla="*/ 226950 h 5549966"/>
              <a:gd name="connsiteX3" fmla="*/ 4507617 w 4553447"/>
              <a:gd name="connsiteY3" fmla="*/ 247374 h 5549966"/>
              <a:gd name="connsiteX4" fmla="*/ 4535496 w 4553447"/>
              <a:gd name="connsiteY4" fmla="*/ 269179 h 5549966"/>
              <a:gd name="connsiteX5" fmla="*/ 4533722 w 4553447"/>
              <a:gd name="connsiteY5" fmla="*/ 300930 h 5549966"/>
              <a:gd name="connsiteX6" fmla="*/ 4536644 w 4553447"/>
              <a:gd name="connsiteY6" fmla="*/ 302647 h 5549966"/>
              <a:gd name="connsiteX7" fmla="*/ 4553070 w 4553447"/>
              <a:gd name="connsiteY7" fmla="*/ 334222 h 5549966"/>
              <a:gd name="connsiteX8" fmla="*/ 4530809 w 4553447"/>
              <a:gd name="connsiteY8" fmla="*/ 391868 h 5549966"/>
              <a:gd name="connsiteX9" fmla="*/ 4527321 w 4553447"/>
              <a:gd name="connsiteY9" fmla="*/ 415489 h 5549966"/>
              <a:gd name="connsiteX10" fmla="*/ 4522216 w 4553447"/>
              <a:gd name="connsiteY10" fmla="*/ 506828 h 5549966"/>
              <a:gd name="connsiteX11" fmla="*/ 4521566 w 4553447"/>
              <a:gd name="connsiteY11" fmla="*/ 553245 h 5549966"/>
              <a:gd name="connsiteX12" fmla="*/ 4518467 w 4553447"/>
              <a:gd name="connsiteY12" fmla="*/ 581709 h 5549966"/>
              <a:gd name="connsiteX13" fmla="*/ 4517798 w 4553447"/>
              <a:gd name="connsiteY13" fmla="*/ 585890 h 5549966"/>
              <a:gd name="connsiteX14" fmla="*/ 4504861 w 4553447"/>
              <a:gd name="connsiteY14" fmla="*/ 817404 h 5549966"/>
              <a:gd name="connsiteX15" fmla="*/ 4506574 w 4553447"/>
              <a:gd name="connsiteY15" fmla="*/ 822238 h 5549966"/>
              <a:gd name="connsiteX16" fmla="*/ 4504423 w 4553447"/>
              <a:gd name="connsiteY16" fmla="*/ 846069 h 5549966"/>
              <a:gd name="connsiteX17" fmla="*/ 4502823 w 4553447"/>
              <a:gd name="connsiteY17" fmla="*/ 853854 h 5549966"/>
              <a:gd name="connsiteX18" fmla="*/ 4496585 w 4553447"/>
              <a:gd name="connsiteY18" fmla="*/ 965485 h 5549966"/>
              <a:gd name="connsiteX19" fmla="*/ 4498662 w 4553447"/>
              <a:gd name="connsiteY19" fmla="*/ 966385 h 5549966"/>
              <a:gd name="connsiteX20" fmla="*/ 4502781 w 4553447"/>
              <a:gd name="connsiteY20" fmla="*/ 1002567 h 5549966"/>
              <a:gd name="connsiteX21" fmla="*/ 4497983 w 4553447"/>
              <a:gd name="connsiteY21" fmla="*/ 1101094 h 5549966"/>
              <a:gd name="connsiteX22" fmla="*/ 4497878 w 4553447"/>
              <a:gd name="connsiteY22" fmla="*/ 1159389 h 5549966"/>
              <a:gd name="connsiteX23" fmla="*/ 4502181 w 4553447"/>
              <a:gd name="connsiteY23" fmla="*/ 1180505 h 5549966"/>
              <a:gd name="connsiteX24" fmla="*/ 4505271 w 4553447"/>
              <a:gd name="connsiteY24" fmla="*/ 1210687 h 5549966"/>
              <a:gd name="connsiteX25" fmla="*/ 4514088 w 4553447"/>
              <a:gd name="connsiteY25" fmla="*/ 1263157 h 5549966"/>
              <a:gd name="connsiteX26" fmla="*/ 4516365 w 4553447"/>
              <a:gd name="connsiteY26" fmla="*/ 1313374 h 5549966"/>
              <a:gd name="connsiteX27" fmla="*/ 4515485 w 4553447"/>
              <a:gd name="connsiteY27" fmla="*/ 1347004 h 5549966"/>
              <a:gd name="connsiteX28" fmla="*/ 4515022 w 4553447"/>
              <a:gd name="connsiteY28" fmla="*/ 1351864 h 5549966"/>
              <a:gd name="connsiteX29" fmla="*/ 4505903 w 4553447"/>
              <a:gd name="connsiteY29" fmla="*/ 1391762 h 5549966"/>
              <a:gd name="connsiteX30" fmla="*/ 4509167 w 4553447"/>
              <a:gd name="connsiteY30" fmla="*/ 1395707 h 5549966"/>
              <a:gd name="connsiteX31" fmla="*/ 4512009 w 4553447"/>
              <a:gd name="connsiteY31" fmla="*/ 1408524 h 5549966"/>
              <a:gd name="connsiteX32" fmla="*/ 4507268 w 4553447"/>
              <a:gd name="connsiteY32" fmla="*/ 1419109 h 5549966"/>
              <a:gd name="connsiteX33" fmla="*/ 4497084 w 4553447"/>
              <a:gd name="connsiteY33" fmla="*/ 1469337 h 5549966"/>
              <a:gd name="connsiteX34" fmla="*/ 4486187 w 4553447"/>
              <a:gd name="connsiteY34" fmla="*/ 1543038 h 5549966"/>
              <a:gd name="connsiteX35" fmla="*/ 4481306 w 4553447"/>
              <a:gd name="connsiteY35" fmla="*/ 1553997 h 5549966"/>
              <a:gd name="connsiteX36" fmla="*/ 4466878 w 4553447"/>
              <a:gd name="connsiteY36" fmla="*/ 1626071 h 5549966"/>
              <a:gd name="connsiteX37" fmla="*/ 4463163 w 4553447"/>
              <a:gd name="connsiteY37" fmla="*/ 1664103 h 5549966"/>
              <a:gd name="connsiteX38" fmla="*/ 4466823 w 4553447"/>
              <a:gd name="connsiteY38" fmla="*/ 1668558 h 5549966"/>
              <a:gd name="connsiteX39" fmla="*/ 4465173 w 4553447"/>
              <a:gd name="connsiteY39" fmla="*/ 1679756 h 5549966"/>
              <a:gd name="connsiteX40" fmla="*/ 4465585 w 4553447"/>
              <a:gd name="connsiteY40" fmla="*/ 1682815 h 5549966"/>
              <a:gd name="connsiteX41" fmla="*/ 4467096 w 4553447"/>
              <a:gd name="connsiteY41" fmla="*/ 1700268 h 5549966"/>
              <a:gd name="connsiteX42" fmla="*/ 4455626 w 4553447"/>
              <a:gd name="connsiteY42" fmla="*/ 1735163 h 5549966"/>
              <a:gd name="connsiteX43" fmla="*/ 4453566 w 4553447"/>
              <a:gd name="connsiteY43" fmla="*/ 1735289 h 5549966"/>
              <a:gd name="connsiteX44" fmla="*/ 4445068 w 4553447"/>
              <a:gd name="connsiteY44" fmla="*/ 1887374 h 5549966"/>
              <a:gd name="connsiteX45" fmla="*/ 4453759 w 4553447"/>
              <a:gd name="connsiteY45" fmla="*/ 1911536 h 5549966"/>
              <a:gd name="connsiteX46" fmla="*/ 4456037 w 4553447"/>
              <a:gd name="connsiteY46" fmla="*/ 1961755 h 5549966"/>
              <a:gd name="connsiteX47" fmla="*/ 4455156 w 4553447"/>
              <a:gd name="connsiteY47" fmla="*/ 1995384 h 5549966"/>
              <a:gd name="connsiteX48" fmla="*/ 4454694 w 4553447"/>
              <a:gd name="connsiteY48" fmla="*/ 2000244 h 5549966"/>
              <a:gd name="connsiteX49" fmla="*/ 4445574 w 4553447"/>
              <a:gd name="connsiteY49" fmla="*/ 2040142 h 5549966"/>
              <a:gd name="connsiteX50" fmla="*/ 4448839 w 4553447"/>
              <a:gd name="connsiteY50" fmla="*/ 2044087 h 5549966"/>
              <a:gd name="connsiteX51" fmla="*/ 4451680 w 4553447"/>
              <a:gd name="connsiteY51" fmla="*/ 2056904 h 5549966"/>
              <a:gd name="connsiteX52" fmla="*/ 4446939 w 4553447"/>
              <a:gd name="connsiteY52" fmla="*/ 2067489 h 5549966"/>
              <a:gd name="connsiteX53" fmla="*/ 4436755 w 4553447"/>
              <a:gd name="connsiteY53" fmla="*/ 2117719 h 5549966"/>
              <a:gd name="connsiteX54" fmla="*/ 4429424 w 4553447"/>
              <a:gd name="connsiteY54" fmla="*/ 2167300 h 5549966"/>
              <a:gd name="connsiteX55" fmla="*/ 4373341 w 4553447"/>
              <a:gd name="connsiteY55" fmla="*/ 3223633 h 5549966"/>
              <a:gd name="connsiteX56" fmla="*/ 4360555 w 4553447"/>
              <a:gd name="connsiteY56" fmla="*/ 3477281 h 5549966"/>
              <a:gd name="connsiteX57" fmla="*/ 4349470 w 4553447"/>
              <a:gd name="connsiteY57" fmla="*/ 3639984 h 5549966"/>
              <a:gd name="connsiteX58" fmla="*/ 4258709 w 4553447"/>
              <a:gd name="connsiteY58" fmla="*/ 5278921 h 5549966"/>
              <a:gd name="connsiteX59" fmla="*/ 4264007 w 4553447"/>
              <a:gd name="connsiteY59" fmla="*/ 5315626 h 5549966"/>
              <a:gd name="connsiteX60" fmla="*/ 4267541 w 4553447"/>
              <a:gd name="connsiteY60" fmla="*/ 5350090 h 5549966"/>
              <a:gd name="connsiteX61" fmla="*/ 4270373 w 4553447"/>
              <a:gd name="connsiteY61" fmla="*/ 5450399 h 5549966"/>
              <a:gd name="connsiteX62" fmla="*/ 4251816 w 4553447"/>
              <a:gd name="connsiteY62" fmla="*/ 5484804 h 5549966"/>
              <a:gd name="connsiteX63" fmla="*/ 4247164 w 4553447"/>
              <a:gd name="connsiteY63" fmla="*/ 5487504 h 5549966"/>
              <a:gd name="connsiteX64" fmla="*/ 4243707 w 4553447"/>
              <a:gd name="connsiteY64" fmla="*/ 5549951 h 5549966"/>
              <a:gd name="connsiteX65" fmla="*/ 271075 w 4553447"/>
              <a:gd name="connsiteY65" fmla="*/ 5218723 h 5549966"/>
              <a:gd name="connsiteX66" fmla="*/ 0 w 4553447"/>
              <a:gd name="connsiteY66" fmla="*/ 5280167 h 5549966"/>
              <a:gd name="connsiteX67" fmla="*/ 4324 w 4553447"/>
              <a:gd name="connsiteY67" fmla="*/ 5239903 h 5549966"/>
              <a:gd name="connsiteX68" fmla="*/ 8544 w 4553447"/>
              <a:gd name="connsiteY68" fmla="*/ 5233298 h 5549966"/>
              <a:gd name="connsiteX69" fmla="*/ 8813 w 4553447"/>
              <a:gd name="connsiteY69" fmla="*/ 5230552 h 5549966"/>
              <a:gd name="connsiteX70" fmla="*/ 9083 w 4553447"/>
              <a:gd name="connsiteY70" fmla="*/ 5227804 h 5549966"/>
              <a:gd name="connsiteX71" fmla="*/ 9620 w 4553447"/>
              <a:gd name="connsiteY71" fmla="*/ 5222308 h 5549966"/>
              <a:gd name="connsiteX72" fmla="*/ 9305 w 4553447"/>
              <a:gd name="connsiteY72" fmla="*/ 5216405 h 5549966"/>
              <a:gd name="connsiteX73" fmla="*/ 8721 w 4553447"/>
              <a:gd name="connsiteY73" fmla="*/ 5213249 h 5549966"/>
              <a:gd name="connsiteX74" fmla="*/ 8990 w 4553447"/>
              <a:gd name="connsiteY74" fmla="*/ 5210500 h 5549966"/>
              <a:gd name="connsiteX75" fmla="*/ 8674 w 4553447"/>
              <a:gd name="connsiteY75" fmla="*/ 5204597 h 5549966"/>
              <a:gd name="connsiteX76" fmla="*/ 8091 w 4553447"/>
              <a:gd name="connsiteY76" fmla="*/ 5201441 h 5549966"/>
              <a:gd name="connsiteX77" fmla="*/ 7461 w 4553447"/>
              <a:gd name="connsiteY77" fmla="*/ 5189632 h 5549966"/>
              <a:gd name="connsiteX78" fmla="*/ 6877 w 4553447"/>
              <a:gd name="connsiteY78" fmla="*/ 5186477 h 5549966"/>
              <a:gd name="connsiteX79" fmla="*/ 7145 w 4553447"/>
              <a:gd name="connsiteY79" fmla="*/ 5183728 h 5549966"/>
              <a:gd name="connsiteX80" fmla="*/ 5710 w 4553447"/>
              <a:gd name="connsiteY80" fmla="*/ 5180163 h 5549966"/>
              <a:gd name="connsiteX81" fmla="*/ 11122 w 4553447"/>
              <a:gd name="connsiteY81" fmla="*/ 5116566 h 5549966"/>
              <a:gd name="connsiteX82" fmla="*/ 78736 w 4553447"/>
              <a:gd name="connsiteY82" fmla="*/ 3839310 h 5549966"/>
              <a:gd name="connsiteX83" fmla="*/ 303426 w 4553447"/>
              <a:gd name="connsiteY83" fmla="*/ 0 h 5549966"/>
              <a:gd name="connsiteX0" fmla="*/ 303426 w 4553447"/>
              <a:gd name="connsiteY0" fmla="*/ 0 h 5549973"/>
              <a:gd name="connsiteX1" fmla="*/ 3305612 w 4553447"/>
              <a:gd name="connsiteY1" fmla="*/ 171842 h 5549973"/>
              <a:gd name="connsiteX2" fmla="*/ 4134423 w 4553447"/>
              <a:gd name="connsiteY2" fmla="*/ 226950 h 5549973"/>
              <a:gd name="connsiteX3" fmla="*/ 4507617 w 4553447"/>
              <a:gd name="connsiteY3" fmla="*/ 247374 h 5549973"/>
              <a:gd name="connsiteX4" fmla="*/ 4535496 w 4553447"/>
              <a:gd name="connsiteY4" fmla="*/ 269179 h 5549973"/>
              <a:gd name="connsiteX5" fmla="*/ 4533722 w 4553447"/>
              <a:gd name="connsiteY5" fmla="*/ 300930 h 5549973"/>
              <a:gd name="connsiteX6" fmla="*/ 4536644 w 4553447"/>
              <a:gd name="connsiteY6" fmla="*/ 302647 h 5549973"/>
              <a:gd name="connsiteX7" fmla="*/ 4553070 w 4553447"/>
              <a:gd name="connsiteY7" fmla="*/ 334222 h 5549973"/>
              <a:gd name="connsiteX8" fmla="*/ 4530809 w 4553447"/>
              <a:gd name="connsiteY8" fmla="*/ 391868 h 5549973"/>
              <a:gd name="connsiteX9" fmla="*/ 4527321 w 4553447"/>
              <a:gd name="connsiteY9" fmla="*/ 415489 h 5549973"/>
              <a:gd name="connsiteX10" fmla="*/ 4522216 w 4553447"/>
              <a:gd name="connsiteY10" fmla="*/ 506828 h 5549973"/>
              <a:gd name="connsiteX11" fmla="*/ 4521566 w 4553447"/>
              <a:gd name="connsiteY11" fmla="*/ 553245 h 5549973"/>
              <a:gd name="connsiteX12" fmla="*/ 4518467 w 4553447"/>
              <a:gd name="connsiteY12" fmla="*/ 581709 h 5549973"/>
              <a:gd name="connsiteX13" fmla="*/ 4517798 w 4553447"/>
              <a:gd name="connsiteY13" fmla="*/ 585890 h 5549973"/>
              <a:gd name="connsiteX14" fmla="*/ 4504861 w 4553447"/>
              <a:gd name="connsiteY14" fmla="*/ 817404 h 5549973"/>
              <a:gd name="connsiteX15" fmla="*/ 4506574 w 4553447"/>
              <a:gd name="connsiteY15" fmla="*/ 822238 h 5549973"/>
              <a:gd name="connsiteX16" fmla="*/ 4504423 w 4553447"/>
              <a:gd name="connsiteY16" fmla="*/ 846069 h 5549973"/>
              <a:gd name="connsiteX17" fmla="*/ 4502823 w 4553447"/>
              <a:gd name="connsiteY17" fmla="*/ 853854 h 5549973"/>
              <a:gd name="connsiteX18" fmla="*/ 4496585 w 4553447"/>
              <a:gd name="connsiteY18" fmla="*/ 965485 h 5549973"/>
              <a:gd name="connsiteX19" fmla="*/ 4498662 w 4553447"/>
              <a:gd name="connsiteY19" fmla="*/ 966385 h 5549973"/>
              <a:gd name="connsiteX20" fmla="*/ 4502781 w 4553447"/>
              <a:gd name="connsiteY20" fmla="*/ 1002567 h 5549973"/>
              <a:gd name="connsiteX21" fmla="*/ 4497983 w 4553447"/>
              <a:gd name="connsiteY21" fmla="*/ 1101094 h 5549973"/>
              <a:gd name="connsiteX22" fmla="*/ 4497878 w 4553447"/>
              <a:gd name="connsiteY22" fmla="*/ 1159389 h 5549973"/>
              <a:gd name="connsiteX23" fmla="*/ 4502181 w 4553447"/>
              <a:gd name="connsiteY23" fmla="*/ 1180505 h 5549973"/>
              <a:gd name="connsiteX24" fmla="*/ 4505271 w 4553447"/>
              <a:gd name="connsiteY24" fmla="*/ 1210687 h 5549973"/>
              <a:gd name="connsiteX25" fmla="*/ 4514088 w 4553447"/>
              <a:gd name="connsiteY25" fmla="*/ 1263157 h 5549973"/>
              <a:gd name="connsiteX26" fmla="*/ 4516365 w 4553447"/>
              <a:gd name="connsiteY26" fmla="*/ 1313374 h 5549973"/>
              <a:gd name="connsiteX27" fmla="*/ 4515485 w 4553447"/>
              <a:gd name="connsiteY27" fmla="*/ 1347004 h 5549973"/>
              <a:gd name="connsiteX28" fmla="*/ 4515022 w 4553447"/>
              <a:gd name="connsiteY28" fmla="*/ 1351864 h 5549973"/>
              <a:gd name="connsiteX29" fmla="*/ 4505903 w 4553447"/>
              <a:gd name="connsiteY29" fmla="*/ 1391762 h 5549973"/>
              <a:gd name="connsiteX30" fmla="*/ 4509167 w 4553447"/>
              <a:gd name="connsiteY30" fmla="*/ 1395707 h 5549973"/>
              <a:gd name="connsiteX31" fmla="*/ 4512009 w 4553447"/>
              <a:gd name="connsiteY31" fmla="*/ 1408524 h 5549973"/>
              <a:gd name="connsiteX32" fmla="*/ 4507268 w 4553447"/>
              <a:gd name="connsiteY32" fmla="*/ 1419109 h 5549973"/>
              <a:gd name="connsiteX33" fmla="*/ 4497084 w 4553447"/>
              <a:gd name="connsiteY33" fmla="*/ 1469337 h 5549973"/>
              <a:gd name="connsiteX34" fmla="*/ 4486187 w 4553447"/>
              <a:gd name="connsiteY34" fmla="*/ 1543038 h 5549973"/>
              <a:gd name="connsiteX35" fmla="*/ 4481306 w 4553447"/>
              <a:gd name="connsiteY35" fmla="*/ 1553997 h 5549973"/>
              <a:gd name="connsiteX36" fmla="*/ 4466878 w 4553447"/>
              <a:gd name="connsiteY36" fmla="*/ 1626071 h 5549973"/>
              <a:gd name="connsiteX37" fmla="*/ 4463163 w 4553447"/>
              <a:gd name="connsiteY37" fmla="*/ 1664103 h 5549973"/>
              <a:gd name="connsiteX38" fmla="*/ 4466823 w 4553447"/>
              <a:gd name="connsiteY38" fmla="*/ 1668558 h 5549973"/>
              <a:gd name="connsiteX39" fmla="*/ 4465173 w 4553447"/>
              <a:gd name="connsiteY39" fmla="*/ 1679756 h 5549973"/>
              <a:gd name="connsiteX40" fmla="*/ 4465585 w 4553447"/>
              <a:gd name="connsiteY40" fmla="*/ 1682815 h 5549973"/>
              <a:gd name="connsiteX41" fmla="*/ 4467096 w 4553447"/>
              <a:gd name="connsiteY41" fmla="*/ 1700268 h 5549973"/>
              <a:gd name="connsiteX42" fmla="*/ 4455626 w 4553447"/>
              <a:gd name="connsiteY42" fmla="*/ 1735163 h 5549973"/>
              <a:gd name="connsiteX43" fmla="*/ 4453566 w 4553447"/>
              <a:gd name="connsiteY43" fmla="*/ 1735289 h 5549973"/>
              <a:gd name="connsiteX44" fmla="*/ 4445068 w 4553447"/>
              <a:gd name="connsiteY44" fmla="*/ 1887374 h 5549973"/>
              <a:gd name="connsiteX45" fmla="*/ 4453759 w 4553447"/>
              <a:gd name="connsiteY45" fmla="*/ 1911536 h 5549973"/>
              <a:gd name="connsiteX46" fmla="*/ 4456037 w 4553447"/>
              <a:gd name="connsiteY46" fmla="*/ 1961755 h 5549973"/>
              <a:gd name="connsiteX47" fmla="*/ 4455156 w 4553447"/>
              <a:gd name="connsiteY47" fmla="*/ 1995384 h 5549973"/>
              <a:gd name="connsiteX48" fmla="*/ 4454694 w 4553447"/>
              <a:gd name="connsiteY48" fmla="*/ 2000244 h 5549973"/>
              <a:gd name="connsiteX49" fmla="*/ 4445574 w 4553447"/>
              <a:gd name="connsiteY49" fmla="*/ 2040142 h 5549973"/>
              <a:gd name="connsiteX50" fmla="*/ 4448839 w 4553447"/>
              <a:gd name="connsiteY50" fmla="*/ 2044087 h 5549973"/>
              <a:gd name="connsiteX51" fmla="*/ 4451680 w 4553447"/>
              <a:gd name="connsiteY51" fmla="*/ 2056904 h 5549973"/>
              <a:gd name="connsiteX52" fmla="*/ 4446939 w 4553447"/>
              <a:gd name="connsiteY52" fmla="*/ 2067489 h 5549973"/>
              <a:gd name="connsiteX53" fmla="*/ 4436755 w 4553447"/>
              <a:gd name="connsiteY53" fmla="*/ 2117719 h 5549973"/>
              <a:gd name="connsiteX54" fmla="*/ 4429424 w 4553447"/>
              <a:gd name="connsiteY54" fmla="*/ 2167300 h 5549973"/>
              <a:gd name="connsiteX55" fmla="*/ 4373341 w 4553447"/>
              <a:gd name="connsiteY55" fmla="*/ 3223633 h 5549973"/>
              <a:gd name="connsiteX56" fmla="*/ 4360555 w 4553447"/>
              <a:gd name="connsiteY56" fmla="*/ 3477281 h 5549973"/>
              <a:gd name="connsiteX57" fmla="*/ 4349470 w 4553447"/>
              <a:gd name="connsiteY57" fmla="*/ 3639984 h 5549973"/>
              <a:gd name="connsiteX58" fmla="*/ 4258709 w 4553447"/>
              <a:gd name="connsiteY58" fmla="*/ 5278921 h 5549973"/>
              <a:gd name="connsiteX59" fmla="*/ 4264007 w 4553447"/>
              <a:gd name="connsiteY59" fmla="*/ 5315626 h 5549973"/>
              <a:gd name="connsiteX60" fmla="*/ 4267541 w 4553447"/>
              <a:gd name="connsiteY60" fmla="*/ 5350090 h 5549973"/>
              <a:gd name="connsiteX61" fmla="*/ 4270373 w 4553447"/>
              <a:gd name="connsiteY61" fmla="*/ 5450399 h 5549973"/>
              <a:gd name="connsiteX62" fmla="*/ 4251816 w 4553447"/>
              <a:gd name="connsiteY62" fmla="*/ 5484804 h 5549973"/>
              <a:gd name="connsiteX63" fmla="*/ 4247164 w 4553447"/>
              <a:gd name="connsiteY63" fmla="*/ 5487504 h 5549973"/>
              <a:gd name="connsiteX64" fmla="*/ 4243707 w 4553447"/>
              <a:gd name="connsiteY64" fmla="*/ 5549951 h 5549973"/>
              <a:gd name="connsiteX65" fmla="*/ 310344 w 4553447"/>
              <a:gd name="connsiteY65" fmla="*/ 5297261 h 5549973"/>
              <a:gd name="connsiteX66" fmla="*/ 0 w 4553447"/>
              <a:gd name="connsiteY66" fmla="*/ 5280167 h 5549973"/>
              <a:gd name="connsiteX67" fmla="*/ 4324 w 4553447"/>
              <a:gd name="connsiteY67" fmla="*/ 5239903 h 5549973"/>
              <a:gd name="connsiteX68" fmla="*/ 8544 w 4553447"/>
              <a:gd name="connsiteY68" fmla="*/ 5233298 h 5549973"/>
              <a:gd name="connsiteX69" fmla="*/ 8813 w 4553447"/>
              <a:gd name="connsiteY69" fmla="*/ 5230552 h 5549973"/>
              <a:gd name="connsiteX70" fmla="*/ 9083 w 4553447"/>
              <a:gd name="connsiteY70" fmla="*/ 5227804 h 5549973"/>
              <a:gd name="connsiteX71" fmla="*/ 9620 w 4553447"/>
              <a:gd name="connsiteY71" fmla="*/ 5222308 h 5549973"/>
              <a:gd name="connsiteX72" fmla="*/ 9305 w 4553447"/>
              <a:gd name="connsiteY72" fmla="*/ 5216405 h 5549973"/>
              <a:gd name="connsiteX73" fmla="*/ 8721 w 4553447"/>
              <a:gd name="connsiteY73" fmla="*/ 5213249 h 5549973"/>
              <a:gd name="connsiteX74" fmla="*/ 8990 w 4553447"/>
              <a:gd name="connsiteY74" fmla="*/ 5210500 h 5549973"/>
              <a:gd name="connsiteX75" fmla="*/ 8674 w 4553447"/>
              <a:gd name="connsiteY75" fmla="*/ 5204597 h 5549973"/>
              <a:gd name="connsiteX76" fmla="*/ 8091 w 4553447"/>
              <a:gd name="connsiteY76" fmla="*/ 5201441 h 5549973"/>
              <a:gd name="connsiteX77" fmla="*/ 7461 w 4553447"/>
              <a:gd name="connsiteY77" fmla="*/ 5189632 h 5549973"/>
              <a:gd name="connsiteX78" fmla="*/ 6877 w 4553447"/>
              <a:gd name="connsiteY78" fmla="*/ 5186477 h 5549973"/>
              <a:gd name="connsiteX79" fmla="*/ 7145 w 4553447"/>
              <a:gd name="connsiteY79" fmla="*/ 5183728 h 5549973"/>
              <a:gd name="connsiteX80" fmla="*/ 5710 w 4553447"/>
              <a:gd name="connsiteY80" fmla="*/ 5180163 h 5549973"/>
              <a:gd name="connsiteX81" fmla="*/ 11122 w 4553447"/>
              <a:gd name="connsiteY81" fmla="*/ 5116566 h 5549973"/>
              <a:gd name="connsiteX82" fmla="*/ 78736 w 4553447"/>
              <a:gd name="connsiteY82" fmla="*/ 3839310 h 5549973"/>
              <a:gd name="connsiteX83" fmla="*/ 303426 w 4553447"/>
              <a:gd name="connsiteY83" fmla="*/ 0 h 5549973"/>
              <a:gd name="connsiteX0" fmla="*/ 303426 w 4553447"/>
              <a:gd name="connsiteY0" fmla="*/ 0 h 5549974"/>
              <a:gd name="connsiteX1" fmla="*/ 3305612 w 4553447"/>
              <a:gd name="connsiteY1" fmla="*/ 171842 h 5549974"/>
              <a:gd name="connsiteX2" fmla="*/ 4134423 w 4553447"/>
              <a:gd name="connsiteY2" fmla="*/ 226950 h 5549974"/>
              <a:gd name="connsiteX3" fmla="*/ 4507617 w 4553447"/>
              <a:gd name="connsiteY3" fmla="*/ 247374 h 5549974"/>
              <a:gd name="connsiteX4" fmla="*/ 4535496 w 4553447"/>
              <a:gd name="connsiteY4" fmla="*/ 269179 h 5549974"/>
              <a:gd name="connsiteX5" fmla="*/ 4533722 w 4553447"/>
              <a:gd name="connsiteY5" fmla="*/ 300930 h 5549974"/>
              <a:gd name="connsiteX6" fmla="*/ 4536644 w 4553447"/>
              <a:gd name="connsiteY6" fmla="*/ 302647 h 5549974"/>
              <a:gd name="connsiteX7" fmla="*/ 4553070 w 4553447"/>
              <a:gd name="connsiteY7" fmla="*/ 334222 h 5549974"/>
              <a:gd name="connsiteX8" fmla="*/ 4530809 w 4553447"/>
              <a:gd name="connsiteY8" fmla="*/ 391868 h 5549974"/>
              <a:gd name="connsiteX9" fmla="*/ 4527321 w 4553447"/>
              <a:gd name="connsiteY9" fmla="*/ 415489 h 5549974"/>
              <a:gd name="connsiteX10" fmla="*/ 4522216 w 4553447"/>
              <a:gd name="connsiteY10" fmla="*/ 506828 h 5549974"/>
              <a:gd name="connsiteX11" fmla="*/ 4521566 w 4553447"/>
              <a:gd name="connsiteY11" fmla="*/ 553245 h 5549974"/>
              <a:gd name="connsiteX12" fmla="*/ 4518467 w 4553447"/>
              <a:gd name="connsiteY12" fmla="*/ 581709 h 5549974"/>
              <a:gd name="connsiteX13" fmla="*/ 4517798 w 4553447"/>
              <a:gd name="connsiteY13" fmla="*/ 585890 h 5549974"/>
              <a:gd name="connsiteX14" fmla="*/ 4504861 w 4553447"/>
              <a:gd name="connsiteY14" fmla="*/ 817404 h 5549974"/>
              <a:gd name="connsiteX15" fmla="*/ 4506574 w 4553447"/>
              <a:gd name="connsiteY15" fmla="*/ 822238 h 5549974"/>
              <a:gd name="connsiteX16" fmla="*/ 4504423 w 4553447"/>
              <a:gd name="connsiteY16" fmla="*/ 846069 h 5549974"/>
              <a:gd name="connsiteX17" fmla="*/ 4502823 w 4553447"/>
              <a:gd name="connsiteY17" fmla="*/ 853854 h 5549974"/>
              <a:gd name="connsiteX18" fmla="*/ 4496585 w 4553447"/>
              <a:gd name="connsiteY18" fmla="*/ 965485 h 5549974"/>
              <a:gd name="connsiteX19" fmla="*/ 4498662 w 4553447"/>
              <a:gd name="connsiteY19" fmla="*/ 966385 h 5549974"/>
              <a:gd name="connsiteX20" fmla="*/ 4502781 w 4553447"/>
              <a:gd name="connsiteY20" fmla="*/ 1002567 h 5549974"/>
              <a:gd name="connsiteX21" fmla="*/ 4497983 w 4553447"/>
              <a:gd name="connsiteY21" fmla="*/ 1101094 h 5549974"/>
              <a:gd name="connsiteX22" fmla="*/ 4497878 w 4553447"/>
              <a:gd name="connsiteY22" fmla="*/ 1159389 h 5549974"/>
              <a:gd name="connsiteX23" fmla="*/ 4502181 w 4553447"/>
              <a:gd name="connsiteY23" fmla="*/ 1180505 h 5549974"/>
              <a:gd name="connsiteX24" fmla="*/ 4505271 w 4553447"/>
              <a:gd name="connsiteY24" fmla="*/ 1210687 h 5549974"/>
              <a:gd name="connsiteX25" fmla="*/ 4514088 w 4553447"/>
              <a:gd name="connsiteY25" fmla="*/ 1263157 h 5549974"/>
              <a:gd name="connsiteX26" fmla="*/ 4516365 w 4553447"/>
              <a:gd name="connsiteY26" fmla="*/ 1313374 h 5549974"/>
              <a:gd name="connsiteX27" fmla="*/ 4515485 w 4553447"/>
              <a:gd name="connsiteY27" fmla="*/ 1347004 h 5549974"/>
              <a:gd name="connsiteX28" fmla="*/ 4515022 w 4553447"/>
              <a:gd name="connsiteY28" fmla="*/ 1351864 h 5549974"/>
              <a:gd name="connsiteX29" fmla="*/ 4505903 w 4553447"/>
              <a:gd name="connsiteY29" fmla="*/ 1391762 h 5549974"/>
              <a:gd name="connsiteX30" fmla="*/ 4509167 w 4553447"/>
              <a:gd name="connsiteY30" fmla="*/ 1395707 h 5549974"/>
              <a:gd name="connsiteX31" fmla="*/ 4512009 w 4553447"/>
              <a:gd name="connsiteY31" fmla="*/ 1408524 h 5549974"/>
              <a:gd name="connsiteX32" fmla="*/ 4507268 w 4553447"/>
              <a:gd name="connsiteY32" fmla="*/ 1419109 h 5549974"/>
              <a:gd name="connsiteX33" fmla="*/ 4497084 w 4553447"/>
              <a:gd name="connsiteY33" fmla="*/ 1469337 h 5549974"/>
              <a:gd name="connsiteX34" fmla="*/ 4486187 w 4553447"/>
              <a:gd name="connsiteY34" fmla="*/ 1543038 h 5549974"/>
              <a:gd name="connsiteX35" fmla="*/ 4481306 w 4553447"/>
              <a:gd name="connsiteY35" fmla="*/ 1553997 h 5549974"/>
              <a:gd name="connsiteX36" fmla="*/ 4466878 w 4553447"/>
              <a:gd name="connsiteY36" fmla="*/ 1626071 h 5549974"/>
              <a:gd name="connsiteX37" fmla="*/ 4463163 w 4553447"/>
              <a:gd name="connsiteY37" fmla="*/ 1664103 h 5549974"/>
              <a:gd name="connsiteX38" fmla="*/ 4466823 w 4553447"/>
              <a:gd name="connsiteY38" fmla="*/ 1668558 h 5549974"/>
              <a:gd name="connsiteX39" fmla="*/ 4465173 w 4553447"/>
              <a:gd name="connsiteY39" fmla="*/ 1679756 h 5549974"/>
              <a:gd name="connsiteX40" fmla="*/ 4465585 w 4553447"/>
              <a:gd name="connsiteY40" fmla="*/ 1682815 h 5549974"/>
              <a:gd name="connsiteX41" fmla="*/ 4467096 w 4553447"/>
              <a:gd name="connsiteY41" fmla="*/ 1700268 h 5549974"/>
              <a:gd name="connsiteX42" fmla="*/ 4455626 w 4553447"/>
              <a:gd name="connsiteY42" fmla="*/ 1735163 h 5549974"/>
              <a:gd name="connsiteX43" fmla="*/ 4453566 w 4553447"/>
              <a:gd name="connsiteY43" fmla="*/ 1735289 h 5549974"/>
              <a:gd name="connsiteX44" fmla="*/ 4445068 w 4553447"/>
              <a:gd name="connsiteY44" fmla="*/ 1887374 h 5549974"/>
              <a:gd name="connsiteX45" fmla="*/ 4453759 w 4553447"/>
              <a:gd name="connsiteY45" fmla="*/ 1911536 h 5549974"/>
              <a:gd name="connsiteX46" fmla="*/ 4456037 w 4553447"/>
              <a:gd name="connsiteY46" fmla="*/ 1961755 h 5549974"/>
              <a:gd name="connsiteX47" fmla="*/ 4455156 w 4553447"/>
              <a:gd name="connsiteY47" fmla="*/ 1995384 h 5549974"/>
              <a:gd name="connsiteX48" fmla="*/ 4454694 w 4553447"/>
              <a:gd name="connsiteY48" fmla="*/ 2000244 h 5549974"/>
              <a:gd name="connsiteX49" fmla="*/ 4445574 w 4553447"/>
              <a:gd name="connsiteY49" fmla="*/ 2040142 h 5549974"/>
              <a:gd name="connsiteX50" fmla="*/ 4448839 w 4553447"/>
              <a:gd name="connsiteY50" fmla="*/ 2044087 h 5549974"/>
              <a:gd name="connsiteX51" fmla="*/ 4451680 w 4553447"/>
              <a:gd name="connsiteY51" fmla="*/ 2056904 h 5549974"/>
              <a:gd name="connsiteX52" fmla="*/ 4446939 w 4553447"/>
              <a:gd name="connsiteY52" fmla="*/ 2067489 h 5549974"/>
              <a:gd name="connsiteX53" fmla="*/ 4436755 w 4553447"/>
              <a:gd name="connsiteY53" fmla="*/ 2117719 h 5549974"/>
              <a:gd name="connsiteX54" fmla="*/ 4429424 w 4553447"/>
              <a:gd name="connsiteY54" fmla="*/ 2167300 h 5549974"/>
              <a:gd name="connsiteX55" fmla="*/ 4373341 w 4553447"/>
              <a:gd name="connsiteY55" fmla="*/ 3223633 h 5549974"/>
              <a:gd name="connsiteX56" fmla="*/ 4360555 w 4553447"/>
              <a:gd name="connsiteY56" fmla="*/ 3477281 h 5549974"/>
              <a:gd name="connsiteX57" fmla="*/ 4349470 w 4553447"/>
              <a:gd name="connsiteY57" fmla="*/ 3639984 h 5549974"/>
              <a:gd name="connsiteX58" fmla="*/ 4258709 w 4553447"/>
              <a:gd name="connsiteY58" fmla="*/ 5278921 h 5549974"/>
              <a:gd name="connsiteX59" fmla="*/ 4264007 w 4553447"/>
              <a:gd name="connsiteY59" fmla="*/ 5315626 h 5549974"/>
              <a:gd name="connsiteX60" fmla="*/ 4267541 w 4553447"/>
              <a:gd name="connsiteY60" fmla="*/ 5350090 h 5549974"/>
              <a:gd name="connsiteX61" fmla="*/ 4270373 w 4553447"/>
              <a:gd name="connsiteY61" fmla="*/ 5450399 h 5549974"/>
              <a:gd name="connsiteX62" fmla="*/ 4251816 w 4553447"/>
              <a:gd name="connsiteY62" fmla="*/ 5484804 h 5549974"/>
              <a:gd name="connsiteX63" fmla="*/ 4247164 w 4553447"/>
              <a:gd name="connsiteY63" fmla="*/ 5487504 h 5549974"/>
              <a:gd name="connsiteX64" fmla="*/ 4243707 w 4553447"/>
              <a:gd name="connsiteY64" fmla="*/ 5549951 h 5549974"/>
              <a:gd name="connsiteX65" fmla="*/ 310344 w 4553447"/>
              <a:gd name="connsiteY65" fmla="*/ 5297261 h 5549974"/>
              <a:gd name="connsiteX66" fmla="*/ 0 w 4553447"/>
              <a:gd name="connsiteY66" fmla="*/ 5280167 h 5549974"/>
              <a:gd name="connsiteX67" fmla="*/ 4324 w 4553447"/>
              <a:gd name="connsiteY67" fmla="*/ 5239903 h 5549974"/>
              <a:gd name="connsiteX68" fmla="*/ 8544 w 4553447"/>
              <a:gd name="connsiteY68" fmla="*/ 5233298 h 5549974"/>
              <a:gd name="connsiteX69" fmla="*/ 8813 w 4553447"/>
              <a:gd name="connsiteY69" fmla="*/ 5230552 h 5549974"/>
              <a:gd name="connsiteX70" fmla="*/ 9083 w 4553447"/>
              <a:gd name="connsiteY70" fmla="*/ 5227804 h 5549974"/>
              <a:gd name="connsiteX71" fmla="*/ 9620 w 4553447"/>
              <a:gd name="connsiteY71" fmla="*/ 5222308 h 5549974"/>
              <a:gd name="connsiteX72" fmla="*/ 9305 w 4553447"/>
              <a:gd name="connsiteY72" fmla="*/ 5216405 h 5549974"/>
              <a:gd name="connsiteX73" fmla="*/ 8721 w 4553447"/>
              <a:gd name="connsiteY73" fmla="*/ 5213249 h 5549974"/>
              <a:gd name="connsiteX74" fmla="*/ 8990 w 4553447"/>
              <a:gd name="connsiteY74" fmla="*/ 5210500 h 5549974"/>
              <a:gd name="connsiteX75" fmla="*/ 8674 w 4553447"/>
              <a:gd name="connsiteY75" fmla="*/ 5204597 h 5549974"/>
              <a:gd name="connsiteX76" fmla="*/ 8091 w 4553447"/>
              <a:gd name="connsiteY76" fmla="*/ 5201441 h 5549974"/>
              <a:gd name="connsiteX77" fmla="*/ 7461 w 4553447"/>
              <a:gd name="connsiteY77" fmla="*/ 5189632 h 5549974"/>
              <a:gd name="connsiteX78" fmla="*/ 6877 w 4553447"/>
              <a:gd name="connsiteY78" fmla="*/ 5186477 h 5549974"/>
              <a:gd name="connsiteX79" fmla="*/ 7145 w 4553447"/>
              <a:gd name="connsiteY79" fmla="*/ 5183728 h 5549974"/>
              <a:gd name="connsiteX80" fmla="*/ 5710 w 4553447"/>
              <a:gd name="connsiteY80" fmla="*/ 5180163 h 5549974"/>
              <a:gd name="connsiteX81" fmla="*/ 11122 w 4553447"/>
              <a:gd name="connsiteY81" fmla="*/ 5116566 h 5549974"/>
              <a:gd name="connsiteX82" fmla="*/ 78736 w 4553447"/>
              <a:gd name="connsiteY82" fmla="*/ 3839310 h 5549974"/>
              <a:gd name="connsiteX83" fmla="*/ 303426 w 4553447"/>
              <a:gd name="connsiteY83" fmla="*/ 0 h 5549974"/>
              <a:gd name="connsiteX0" fmla="*/ 303343 w 4553364"/>
              <a:gd name="connsiteY0" fmla="*/ 0 h 5549974"/>
              <a:gd name="connsiteX1" fmla="*/ 3305529 w 4553364"/>
              <a:gd name="connsiteY1" fmla="*/ 171842 h 5549974"/>
              <a:gd name="connsiteX2" fmla="*/ 4134340 w 4553364"/>
              <a:gd name="connsiteY2" fmla="*/ 226950 h 5549974"/>
              <a:gd name="connsiteX3" fmla="*/ 4507534 w 4553364"/>
              <a:gd name="connsiteY3" fmla="*/ 247374 h 5549974"/>
              <a:gd name="connsiteX4" fmla="*/ 4535413 w 4553364"/>
              <a:gd name="connsiteY4" fmla="*/ 269179 h 5549974"/>
              <a:gd name="connsiteX5" fmla="*/ 4533639 w 4553364"/>
              <a:gd name="connsiteY5" fmla="*/ 300930 h 5549974"/>
              <a:gd name="connsiteX6" fmla="*/ 4536561 w 4553364"/>
              <a:gd name="connsiteY6" fmla="*/ 302647 h 5549974"/>
              <a:gd name="connsiteX7" fmla="*/ 4552987 w 4553364"/>
              <a:gd name="connsiteY7" fmla="*/ 334222 h 5549974"/>
              <a:gd name="connsiteX8" fmla="*/ 4530726 w 4553364"/>
              <a:gd name="connsiteY8" fmla="*/ 391868 h 5549974"/>
              <a:gd name="connsiteX9" fmla="*/ 4527238 w 4553364"/>
              <a:gd name="connsiteY9" fmla="*/ 415489 h 5549974"/>
              <a:gd name="connsiteX10" fmla="*/ 4522133 w 4553364"/>
              <a:gd name="connsiteY10" fmla="*/ 506828 h 5549974"/>
              <a:gd name="connsiteX11" fmla="*/ 4521483 w 4553364"/>
              <a:gd name="connsiteY11" fmla="*/ 553245 h 5549974"/>
              <a:gd name="connsiteX12" fmla="*/ 4518384 w 4553364"/>
              <a:gd name="connsiteY12" fmla="*/ 581709 h 5549974"/>
              <a:gd name="connsiteX13" fmla="*/ 4517715 w 4553364"/>
              <a:gd name="connsiteY13" fmla="*/ 585890 h 5549974"/>
              <a:gd name="connsiteX14" fmla="*/ 4504778 w 4553364"/>
              <a:gd name="connsiteY14" fmla="*/ 817404 h 5549974"/>
              <a:gd name="connsiteX15" fmla="*/ 4506491 w 4553364"/>
              <a:gd name="connsiteY15" fmla="*/ 822238 h 5549974"/>
              <a:gd name="connsiteX16" fmla="*/ 4504340 w 4553364"/>
              <a:gd name="connsiteY16" fmla="*/ 846069 h 5549974"/>
              <a:gd name="connsiteX17" fmla="*/ 4502740 w 4553364"/>
              <a:gd name="connsiteY17" fmla="*/ 853854 h 5549974"/>
              <a:gd name="connsiteX18" fmla="*/ 4496502 w 4553364"/>
              <a:gd name="connsiteY18" fmla="*/ 965485 h 5549974"/>
              <a:gd name="connsiteX19" fmla="*/ 4498579 w 4553364"/>
              <a:gd name="connsiteY19" fmla="*/ 966385 h 5549974"/>
              <a:gd name="connsiteX20" fmla="*/ 4502698 w 4553364"/>
              <a:gd name="connsiteY20" fmla="*/ 1002567 h 5549974"/>
              <a:gd name="connsiteX21" fmla="*/ 4497900 w 4553364"/>
              <a:gd name="connsiteY21" fmla="*/ 1101094 h 5549974"/>
              <a:gd name="connsiteX22" fmla="*/ 4497795 w 4553364"/>
              <a:gd name="connsiteY22" fmla="*/ 1159389 h 5549974"/>
              <a:gd name="connsiteX23" fmla="*/ 4502098 w 4553364"/>
              <a:gd name="connsiteY23" fmla="*/ 1180505 h 5549974"/>
              <a:gd name="connsiteX24" fmla="*/ 4505188 w 4553364"/>
              <a:gd name="connsiteY24" fmla="*/ 1210687 h 5549974"/>
              <a:gd name="connsiteX25" fmla="*/ 4514005 w 4553364"/>
              <a:gd name="connsiteY25" fmla="*/ 1263157 h 5549974"/>
              <a:gd name="connsiteX26" fmla="*/ 4516282 w 4553364"/>
              <a:gd name="connsiteY26" fmla="*/ 1313374 h 5549974"/>
              <a:gd name="connsiteX27" fmla="*/ 4515402 w 4553364"/>
              <a:gd name="connsiteY27" fmla="*/ 1347004 h 5549974"/>
              <a:gd name="connsiteX28" fmla="*/ 4514939 w 4553364"/>
              <a:gd name="connsiteY28" fmla="*/ 1351864 h 5549974"/>
              <a:gd name="connsiteX29" fmla="*/ 4505820 w 4553364"/>
              <a:gd name="connsiteY29" fmla="*/ 1391762 h 5549974"/>
              <a:gd name="connsiteX30" fmla="*/ 4509084 w 4553364"/>
              <a:gd name="connsiteY30" fmla="*/ 1395707 h 5549974"/>
              <a:gd name="connsiteX31" fmla="*/ 4511926 w 4553364"/>
              <a:gd name="connsiteY31" fmla="*/ 1408524 h 5549974"/>
              <a:gd name="connsiteX32" fmla="*/ 4507185 w 4553364"/>
              <a:gd name="connsiteY32" fmla="*/ 1419109 h 5549974"/>
              <a:gd name="connsiteX33" fmla="*/ 4497001 w 4553364"/>
              <a:gd name="connsiteY33" fmla="*/ 1469337 h 5549974"/>
              <a:gd name="connsiteX34" fmla="*/ 4486104 w 4553364"/>
              <a:gd name="connsiteY34" fmla="*/ 1543038 h 5549974"/>
              <a:gd name="connsiteX35" fmla="*/ 4481223 w 4553364"/>
              <a:gd name="connsiteY35" fmla="*/ 1553997 h 5549974"/>
              <a:gd name="connsiteX36" fmla="*/ 4466795 w 4553364"/>
              <a:gd name="connsiteY36" fmla="*/ 1626071 h 5549974"/>
              <a:gd name="connsiteX37" fmla="*/ 4463080 w 4553364"/>
              <a:gd name="connsiteY37" fmla="*/ 1664103 h 5549974"/>
              <a:gd name="connsiteX38" fmla="*/ 4466740 w 4553364"/>
              <a:gd name="connsiteY38" fmla="*/ 1668558 h 5549974"/>
              <a:gd name="connsiteX39" fmla="*/ 4465090 w 4553364"/>
              <a:gd name="connsiteY39" fmla="*/ 1679756 h 5549974"/>
              <a:gd name="connsiteX40" fmla="*/ 4465502 w 4553364"/>
              <a:gd name="connsiteY40" fmla="*/ 1682815 h 5549974"/>
              <a:gd name="connsiteX41" fmla="*/ 4467013 w 4553364"/>
              <a:gd name="connsiteY41" fmla="*/ 1700268 h 5549974"/>
              <a:gd name="connsiteX42" fmla="*/ 4455543 w 4553364"/>
              <a:gd name="connsiteY42" fmla="*/ 1735163 h 5549974"/>
              <a:gd name="connsiteX43" fmla="*/ 4453483 w 4553364"/>
              <a:gd name="connsiteY43" fmla="*/ 1735289 h 5549974"/>
              <a:gd name="connsiteX44" fmla="*/ 4444985 w 4553364"/>
              <a:gd name="connsiteY44" fmla="*/ 1887374 h 5549974"/>
              <a:gd name="connsiteX45" fmla="*/ 4453676 w 4553364"/>
              <a:gd name="connsiteY45" fmla="*/ 1911536 h 5549974"/>
              <a:gd name="connsiteX46" fmla="*/ 4455954 w 4553364"/>
              <a:gd name="connsiteY46" fmla="*/ 1961755 h 5549974"/>
              <a:gd name="connsiteX47" fmla="*/ 4455073 w 4553364"/>
              <a:gd name="connsiteY47" fmla="*/ 1995384 h 5549974"/>
              <a:gd name="connsiteX48" fmla="*/ 4454611 w 4553364"/>
              <a:gd name="connsiteY48" fmla="*/ 2000244 h 5549974"/>
              <a:gd name="connsiteX49" fmla="*/ 4445491 w 4553364"/>
              <a:gd name="connsiteY49" fmla="*/ 2040142 h 5549974"/>
              <a:gd name="connsiteX50" fmla="*/ 4448756 w 4553364"/>
              <a:gd name="connsiteY50" fmla="*/ 2044087 h 5549974"/>
              <a:gd name="connsiteX51" fmla="*/ 4451597 w 4553364"/>
              <a:gd name="connsiteY51" fmla="*/ 2056904 h 5549974"/>
              <a:gd name="connsiteX52" fmla="*/ 4446856 w 4553364"/>
              <a:gd name="connsiteY52" fmla="*/ 2067489 h 5549974"/>
              <a:gd name="connsiteX53" fmla="*/ 4436672 w 4553364"/>
              <a:gd name="connsiteY53" fmla="*/ 2117719 h 5549974"/>
              <a:gd name="connsiteX54" fmla="*/ 4429341 w 4553364"/>
              <a:gd name="connsiteY54" fmla="*/ 2167300 h 5549974"/>
              <a:gd name="connsiteX55" fmla="*/ 4373258 w 4553364"/>
              <a:gd name="connsiteY55" fmla="*/ 3223633 h 5549974"/>
              <a:gd name="connsiteX56" fmla="*/ 4360472 w 4553364"/>
              <a:gd name="connsiteY56" fmla="*/ 3477281 h 5549974"/>
              <a:gd name="connsiteX57" fmla="*/ 4349387 w 4553364"/>
              <a:gd name="connsiteY57" fmla="*/ 3639984 h 5549974"/>
              <a:gd name="connsiteX58" fmla="*/ 4258626 w 4553364"/>
              <a:gd name="connsiteY58" fmla="*/ 5278921 h 5549974"/>
              <a:gd name="connsiteX59" fmla="*/ 4263924 w 4553364"/>
              <a:gd name="connsiteY59" fmla="*/ 5315626 h 5549974"/>
              <a:gd name="connsiteX60" fmla="*/ 4267458 w 4553364"/>
              <a:gd name="connsiteY60" fmla="*/ 5350090 h 5549974"/>
              <a:gd name="connsiteX61" fmla="*/ 4270290 w 4553364"/>
              <a:gd name="connsiteY61" fmla="*/ 5450399 h 5549974"/>
              <a:gd name="connsiteX62" fmla="*/ 4251733 w 4553364"/>
              <a:gd name="connsiteY62" fmla="*/ 5484804 h 5549974"/>
              <a:gd name="connsiteX63" fmla="*/ 4247081 w 4553364"/>
              <a:gd name="connsiteY63" fmla="*/ 5487504 h 5549974"/>
              <a:gd name="connsiteX64" fmla="*/ 4243624 w 4553364"/>
              <a:gd name="connsiteY64" fmla="*/ 5549951 h 5549974"/>
              <a:gd name="connsiteX65" fmla="*/ 310261 w 4553364"/>
              <a:gd name="connsiteY65" fmla="*/ 5297261 h 5549974"/>
              <a:gd name="connsiteX66" fmla="*/ 0 w 4553364"/>
              <a:gd name="connsiteY66" fmla="*/ 5293146 h 5549974"/>
              <a:gd name="connsiteX67" fmla="*/ 4241 w 4553364"/>
              <a:gd name="connsiteY67" fmla="*/ 5239903 h 5549974"/>
              <a:gd name="connsiteX68" fmla="*/ 8461 w 4553364"/>
              <a:gd name="connsiteY68" fmla="*/ 5233298 h 5549974"/>
              <a:gd name="connsiteX69" fmla="*/ 8730 w 4553364"/>
              <a:gd name="connsiteY69" fmla="*/ 5230552 h 5549974"/>
              <a:gd name="connsiteX70" fmla="*/ 9000 w 4553364"/>
              <a:gd name="connsiteY70" fmla="*/ 5227804 h 5549974"/>
              <a:gd name="connsiteX71" fmla="*/ 9537 w 4553364"/>
              <a:gd name="connsiteY71" fmla="*/ 5222308 h 5549974"/>
              <a:gd name="connsiteX72" fmla="*/ 9222 w 4553364"/>
              <a:gd name="connsiteY72" fmla="*/ 5216405 h 5549974"/>
              <a:gd name="connsiteX73" fmla="*/ 8638 w 4553364"/>
              <a:gd name="connsiteY73" fmla="*/ 5213249 h 5549974"/>
              <a:gd name="connsiteX74" fmla="*/ 8907 w 4553364"/>
              <a:gd name="connsiteY74" fmla="*/ 5210500 h 5549974"/>
              <a:gd name="connsiteX75" fmla="*/ 8591 w 4553364"/>
              <a:gd name="connsiteY75" fmla="*/ 5204597 h 5549974"/>
              <a:gd name="connsiteX76" fmla="*/ 8008 w 4553364"/>
              <a:gd name="connsiteY76" fmla="*/ 5201441 h 5549974"/>
              <a:gd name="connsiteX77" fmla="*/ 7378 w 4553364"/>
              <a:gd name="connsiteY77" fmla="*/ 5189632 h 5549974"/>
              <a:gd name="connsiteX78" fmla="*/ 6794 w 4553364"/>
              <a:gd name="connsiteY78" fmla="*/ 5186477 h 5549974"/>
              <a:gd name="connsiteX79" fmla="*/ 7062 w 4553364"/>
              <a:gd name="connsiteY79" fmla="*/ 5183728 h 5549974"/>
              <a:gd name="connsiteX80" fmla="*/ 5627 w 4553364"/>
              <a:gd name="connsiteY80" fmla="*/ 5180163 h 5549974"/>
              <a:gd name="connsiteX81" fmla="*/ 11039 w 4553364"/>
              <a:gd name="connsiteY81" fmla="*/ 5116566 h 5549974"/>
              <a:gd name="connsiteX82" fmla="*/ 78653 w 4553364"/>
              <a:gd name="connsiteY82" fmla="*/ 3839310 h 5549974"/>
              <a:gd name="connsiteX83" fmla="*/ 303343 w 4553364"/>
              <a:gd name="connsiteY83" fmla="*/ 0 h 5549974"/>
              <a:gd name="connsiteX0" fmla="*/ 303343 w 4553364"/>
              <a:gd name="connsiteY0" fmla="*/ 0 h 5549951"/>
              <a:gd name="connsiteX1" fmla="*/ 3305529 w 4553364"/>
              <a:gd name="connsiteY1" fmla="*/ 171842 h 5549951"/>
              <a:gd name="connsiteX2" fmla="*/ 4134340 w 4553364"/>
              <a:gd name="connsiteY2" fmla="*/ 226950 h 5549951"/>
              <a:gd name="connsiteX3" fmla="*/ 4507534 w 4553364"/>
              <a:gd name="connsiteY3" fmla="*/ 247374 h 5549951"/>
              <a:gd name="connsiteX4" fmla="*/ 4535413 w 4553364"/>
              <a:gd name="connsiteY4" fmla="*/ 269179 h 5549951"/>
              <a:gd name="connsiteX5" fmla="*/ 4533639 w 4553364"/>
              <a:gd name="connsiteY5" fmla="*/ 300930 h 5549951"/>
              <a:gd name="connsiteX6" fmla="*/ 4536561 w 4553364"/>
              <a:gd name="connsiteY6" fmla="*/ 302647 h 5549951"/>
              <a:gd name="connsiteX7" fmla="*/ 4552987 w 4553364"/>
              <a:gd name="connsiteY7" fmla="*/ 334222 h 5549951"/>
              <a:gd name="connsiteX8" fmla="*/ 4530726 w 4553364"/>
              <a:gd name="connsiteY8" fmla="*/ 391868 h 5549951"/>
              <a:gd name="connsiteX9" fmla="*/ 4527238 w 4553364"/>
              <a:gd name="connsiteY9" fmla="*/ 415489 h 5549951"/>
              <a:gd name="connsiteX10" fmla="*/ 4522133 w 4553364"/>
              <a:gd name="connsiteY10" fmla="*/ 506828 h 5549951"/>
              <a:gd name="connsiteX11" fmla="*/ 4521483 w 4553364"/>
              <a:gd name="connsiteY11" fmla="*/ 553245 h 5549951"/>
              <a:gd name="connsiteX12" fmla="*/ 4518384 w 4553364"/>
              <a:gd name="connsiteY12" fmla="*/ 581709 h 5549951"/>
              <a:gd name="connsiteX13" fmla="*/ 4517715 w 4553364"/>
              <a:gd name="connsiteY13" fmla="*/ 585890 h 5549951"/>
              <a:gd name="connsiteX14" fmla="*/ 4504778 w 4553364"/>
              <a:gd name="connsiteY14" fmla="*/ 817404 h 5549951"/>
              <a:gd name="connsiteX15" fmla="*/ 4506491 w 4553364"/>
              <a:gd name="connsiteY15" fmla="*/ 822238 h 5549951"/>
              <a:gd name="connsiteX16" fmla="*/ 4504340 w 4553364"/>
              <a:gd name="connsiteY16" fmla="*/ 846069 h 5549951"/>
              <a:gd name="connsiteX17" fmla="*/ 4502740 w 4553364"/>
              <a:gd name="connsiteY17" fmla="*/ 853854 h 5549951"/>
              <a:gd name="connsiteX18" fmla="*/ 4496502 w 4553364"/>
              <a:gd name="connsiteY18" fmla="*/ 965485 h 5549951"/>
              <a:gd name="connsiteX19" fmla="*/ 4498579 w 4553364"/>
              <a:gd name="connsiteY19" fmla="*/ 966385 h 5549951"/>
              <a:gd name="connsiteX20" fmla="*/ 4502698 w 4553364"/>
              <a:gd name="connsiteY20" fmla="*/ 1002567 h 5549951"/>
              <a:gd name="connsiteX21" fmla="*/ 4497900 w 4553364"/>
              <a:gd name="connsiteY21" fmla="*/ 1101094 h 5549951"/>
              <a:gd name="connsiteX22" fmla="*/ 4497795 w 4553364"/>
              <a:gd name="connsiteY22" fmla="*/ 1159389 h 5549951"/>
              <a:gd name="connsiteX23" fmla="*/ 4502098 w 4553364"/>
              <a:gd name="connsiteY23" fmla="*/ 1180505 h 5549951"/>
              <a:gd name="connsiteX24" fmla="*/ 4505188 w 4553364"/>
              <a:gd name="connsiteY24" fmla="*/ 1210687 h 5549951"/>
              <a:gd name="connsiteX25" fmla="*/ 4514005 w 4553364"/>
              <a:gd name="connsiteY25" fmla="*/ 1263157 h 5549951"/>
              <a:gd name="connsiteX26" fmla="*/ 4516282 w 4553364"/>
              <a:gd name="connsiteY26" fmla="*/ 1313374 h 5549951"/>
              <a:gd name="connsiteX27" fmla="*/ 4515402 w 4553364"/>
              <a:gd name="connsiteY27" fmla="*/ 1347004 h 5549951"/>
              <a:gd name="connsiteX28" fmla="*/ 4514939 w 4553364"/>
              <a:gd name="connsiteY28" fmla="*/ 1351864 h 5549951"/>
              <a:gd name="connsiteX29" fmla="*/ 4505820 w 4553364"/>
              <a:gd name="connsiteY29" fmla="*/ 1391762 h 5549951"/>
              <a:gd name="connsiteX30" fmla="*/ 4509084 w 4553364"/>
              <a:gd name="connsiteY30" fmla="*/ 1395707 h 5549951"/>
              <a:gd name="connsiteX31" fmla="*/ 4511926 w 4553364"/>
              <a:gd name="connsiteY31" fmla="*/ 1408524 h 5549951"/>
              <a:gd name="connsiteX32" fmla="*/ 4507185 w 4553364"/>
              <a:gd name="connsiteY32" fmla="*/ 1419109 h 5549951"/>
              <a:gd name="connsiteX33" fmla="*/ 4497001 w 4553364"/>
              <a:gd name="connsiteY33" fmla="*/ 1469337 h 5549951"/>
              <a:gd name="connsiteX34" fmla="*/ 4486104 w 4553364"/>
              <a:gd name="connsiteY34" fmla="*/ 1543038 h 5549951"/>
              <a:gd name="connsiteX35" fmla="*/ 4481223 w 4553364"/>
              <a:gd name="connsiteY35" fmla="*/ 1553997 h 5549951"/>
              <a:gd name="connsiteX36" fmla="*/ 4466795 w 4553364"/>
              <a:gd name="connsiteY36" fmla="*/ 1626071 h 5549951"/>
              <a:gd name="connsiteX37" fmla="*/ 4463080 w 4553364"/>
              <a:gd name="connsiteY37" fmla="*/ 1664103 h 5549951"/>
              <a:gd name="connsiteX38" fmla="*/ 4466740 w 4553364"/>
              <a:gd name="connsiteY38" fmla="*/ 1668558 h 5549951"/>
              <a:gd name="connsiteX39" fmla="*/ 4465090 w 4553364"/>
              <a:gd name="connsiteY39" fmla="*/ 1679756 h 5549951"/>
              <a:gd name="connsiteX40" fmla="*/ 4465502 w 4553364"/>
              <a:gd name="connsiteY40" fmla="*/ 1682815 h 5549951"/>
              <a:gd name="connsiteX41" fmla="*/ 4467013 w 4553364"/>
              <a:gd name="connsiteY41" fmla="*/ 1700268 h 5549951"/>
              <a:gd name="connsiteX42" fmla="*/ 4455543 w 4553364"/>
              <a:gd name="connsiteY42" fmla="*/ 1735163 h 5549951"/>
              <a:gd name="connsiteX43" fmla="*/ 4453483 w 4553364"/>
              <a:gd name="connsiteY43" fmla="*/ 1735289 h 5549951"/>
              <a:gd name="connsiteX44" fmla="*/ 4444985 w 4553364"/>
              <a:gd name="connsiteY44" fmla="*/ 1887374 h 5549951"/>
              <a:gd name="connsiteX45" fmla="*/ 4453676 w 4553364"/>
              <a:gd name="connsiteY45" fmla="*/ 1911536 h 5549951"/>
              <a:gd name="connsiteX46" fmla="*/ 4455954 w 4553364"/>
              <a:gd name="connsiteY46" fmla="*/ 1961755 h 5549951"/>
              <a:gd name="connsiteX47" fmla="*/ 4455073 w 4553364"/>
              <a:gd name="connsiteY47" fmla="*/ 1995384 h 5549951"/>
              <a:gd name="connsiteX48" fmla="*/ 4454611 w 4553364"/>
              <a:gd name="connsiteY48" fmla="*/ 2000244 h 5549951"/>
              <a:gd name="connsiteX49" fmla="*/ 4445491 w 4553364"/>
              <a:gd name="connsiteY49" fmla="*/ 2040142 h 5549951"/>
              <a:gd name="connsiteX50" fmla="*/ 4448756 w 4553364"/>
              <a:gd name="connsiteY50" fmla="*/ 2044087 h 5549951"/>
              <a:gd name="connsiteX51" fmla="*/ 4451597 w 4553364"/>
              <a:gd name="connsiteY51" fmla="*/ 2056904 h 5549951"/>
              <a:gd name="connsiteX52" fmla="*/ 4446856 w 4553364"/>
              <a:gd name="connsiteY52" fmla="*/ 2067489 h 5549951"/>
              <a:gd name="connsiteX53" fmla="*/ 4436672 w 4553364"/>
              <a:gd name="connsiteY53" fmla="*/ 2117719 h 5549951"/>
              <a:gd name="connsiteX54" fmla="*/ 4429341 w 4553364"/>
              <a:gd name="connsiteY54" fmla="*/ 2167300 h 5549951"/>
              <a:gd name="connsiteX55" fmla="*/ 4373258 w 4553364"/>
              <a:gd name="connsiteY55" fmla="*/ 3223633 h 5549951"/>
              <a:gd name="connsiteX56" fmla="*/ 4360472 w 4553364"/>
              <a:gd name="connsiteY56" fmla="*/ 3477281 h 5549951"/>
              <a:gd name="connsiteX57" fmla="*/ 4349387 w 4553364"/>
              <a:gd name="connsiteY57" fmla="*/ 3639984 h 5549951"/>
              <a:gd name="connsiteX58" fmla="*/ 4258626 w 4553364"/>
              <a:gd name="connsiteY58" fmla="*/ 5278921 h 5549951"/>
              <a:gd name="connsiteX59" fmla="*/ 4263924 w 4553364"/>
              <a:gd name="connsiteY59" fmla="*/ 5315626 h 5549951"/>
              <a:gd name="connsiteX60" fmla="*/ 4267458 w 4553364"/>
              <a:gd name="connsiteY60" fmla="*/ 5350090 h 5549951"/>
              <a:gd name="connsiteX61" fmla="*/ 4270290 w 4553364"/>
              <a:gd name="connsiteY61" fmla="*/ 5450399 h 5549951"/>
              <a:gd name="connsiteX62" fmla="*/ 4251733 w 4553364"/>
              <a:gd name="connsiteY62" fmla="*/ 5484804 h 5549951"/>
              <a:gd name="connsiteX63" fmla="*/ 4247081 w 4553364"/>
              <a:gd name="connsiteY63" fmla="*/ 5487504 h 5549951"/>
              <a:gd name="connsiteX64" fmla="*/ 4243624 w 4553364"/>
              <a:gd name="connsiteY64" fmla="*/ 5549951 h 5549951"/>
              <a:gd name="connsiteX65" fmla="*/ 0 w 4553364"/>
              <a:gd name="connsiteY65" fmla="*/ 5293146 h 5549951"/>
              <a:gd name="connsiteX66" fmla="*/ 4241 w 4553364"/>
              <a:gd name="connsiteY66" fmla="*/ 5239903 h 5549951"/>
              <a:gd name="connsiteX67" fmla="*/ 8461 w 4553364"/>
              <a:gd name="connsiteY67" fmla="*/ 5233298 h 5549951"/>
              <a:gd name="connsiteX68" fmla="*/ 8730 w 4553364"/>
              <a:gd name="connsiteY68" fmla="*/ 5230552 h 5549951"/>
              <a:gd name="connsiteX69" fmla="*/ 9000 w 4553364"/>
              <a:gd name="connsiteY69" fmla="*/ 5227804 h 5549951"/>
              <a:gd name="connsiteX70" fmla="*/ 9537 w 4553364"/>
              <a:gd name="connsiteY70" fmla="*/ 5222308 h 5549951"/>
              <a:gd name="connsiteX71" fmla="*/ 9222 w 4553364"/>
              <a:gd name="connsiteY71" fmla="*/ 5216405 h 5549951"/>
              <a:gd name="connsiteX72" fmla="*/ 8638 w 4553364"/>
              <a:gd name="connsiteY72" fmla="*/ 5213249 h 5549951"/>
              <a:gd name="connsiteX73" fmla="*/ 8907 w 4553364"/>
              <a:gd name="connsiteY73" fmla="*/ 5210500 h 5549951"/>
              <a:gd name="connsiteX74" fmla="*/ 8591 w 4553364"/>
              <a:gd name="connsiteY74" fmla="*/ 5204597 h 5549951"/>
              <a:gd name="connsiteX75" fmla="*/ 8008 w 4553364"/>
              <a:gd name="connsiteY75" fmla="*/ 5201441 h 5549951"/>
              <a:gd name="connsiteX76" fmla="*/ 7378 w 4553364"/>
              <a:gd name="connsiteY76" fmla="*/ 5189632 h 5549951"/>
              <a:gd name="connsiteX77" fmla="*/ 6794 w 4553364"/>
              <a:gd name="connsiteY77" fmla="*/ 5186477 h 5549951"/>
              <a:gd name="connsiteX78" fmla="*/ 7062 w 4553364"/>
              <a:gd name="connsiteY78" fmla="*/ 5183728 h 5549951"/>
              <a:gd name="connsiteX79" fmla="*/ 5627 w 4553364"/>
              <a:gd name="connsiteY79" fmla="*/ 5180163 h 5549951"/>
              <a:gd name="connsiteX80" fmla="*/ 11039 w 4553364"/>
              <a:gd name="connsiteY80" fmla="*/ 5116566 h 5549951"/>
              <a:gd name="connsiteX81" fmla="*/ 78653 w 4553364"/>
              <a:gd name="connsiteY81" fmla="*/ 3839310 h 5549951"/>
              <a:gd name="connsiteX82" fmla="*/ 303343 w 4553364"/>
              <a:gd name="connsiteY82" fmla="*/ 0 h 554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553364" h="5549951">
                <a:moveTo>
                  <a:pt x="303343" y="0"/>
                </a:moveTo>
                <a:cubicBezTo>
                  <a:pt x="628090" y="31218"/>
                  <a:pt x="2667030" y="134017"/>
                  <a:pt x="3305529" y="171842"/>
                </a:cubicBezTo>
                <a:lnTo>
                  <a:pt x="4134340" y="226950"/>
                </a:lnTo>
                <a:lnTo>
                  <a:pt x="4507534" y="247374"/>
                </a:lnTo>
                <a:lnTo>
                  <a:pt x="4535413" y="269179"/>
                </a:lnTo>
                <a:cubicBezTo>
                  <a:pt x="4534822" y="279763"/>
                  <a:pt x="4534230" y="290346"/>
                  <a:pt x="4533639" y="300930"/>
                </a:cubicBezTo>
                <a:lnTo>
                  <a:pt x="4536561" y="302647"/>
                </a:lnTo>
                <a:cubicBezTo>
                  <a:pt x="4546159" y="304354"/>
                  <a:pt x="4555357" y="291327"/>
                  <a:pt x="4552987" y="334222"/>
                </a:cubicBezTo>
                <a:cubicBezTo>
                  <a:pt x="4542346" y="354710"/>
                  <a:pt x="4535332" y="373686"/>
                  <a:pt x="4530726" y="391868"/>
                </a:cubicBezTo>
                <a:lnTo>
                  <a:pt x="4527238" y="415489"/>
                </a:lnTo>
                <a:lnTo>
                  <a:pt x="4522133" y="506828"/>
                </a:lnTo>
                <a:cubicBezTo>
                  <a:pt x="4521916" y="522300"/>
                  <a:pt x="4521700" y="537773"/>
                  <a:pt x="4521483" y="553245"/>
                </a:cubicBezTo>
                <a:cubicBezTo>
                  <a:pt x="4521212" y="558170"/>
                  <a:pt x="4520118" y="568699"/>
                  <a:pt x="4518384" y="581709"/>
                </a:cubicBezTo>
                <a:lnTo>
                  <a:pt x="4517715" y="585890"/>
                </a:lnTo>
                <a:lnTo>
                  <a:pt x="4504778" y="817404"/>
                </a:lnTo>
                <a:lnTo>
                  <a:pt x="4506491" y="822238"/>
                </a:lnTo>
                <a:cubicBezTo>
                  <a:pt x="4506993" y="829783"/>
                  <a:pt x="4505912" y="837845"/>
                  <a:pt x="4504340" y="846069"/>
                </a:cubicBezTo>
                <a:lnTo>
                  <a:pt x="4502740" y="853854"/>
                </a:lnTo>
                <a:lnTo>
                  <a:pt x="4496502" y="965485"/>
                </a:lnTo>
                <a:lnTo>
                  <a:pt x="4498579" y="966385"/>
                </a:lnTo>
                <a:cubicBezTo>
                  <a:pt x="4500020" y="972743"/>
                  <a:pt x="4502811" y="980116"/>
                  <a:pt x="4502698" y="1002567"/>
                </a:cubicBezTo>
                <a:cubicBezTo>
                  <a:pt x="4491860" y="1029868"/>
                  <a:pt x="4512316" y="1067217"/>
                  <a:pt x="4497900" y="1101094"/>
                </a:cubicBezTo>
                <a:cubicBezTo>
                  <a:pt x="4494173" y="1113552"/>
                  <a:pt x="4492281" y="1152106"/>
                  <a:pt x="4497795" y="1159389"/>
                </a:cubicBezTo>
                <a:cubicBezTo>
                  <a:pt x="4498610" y="1167426"/>
                  <a:pt x="4495953" y="1176807"/>
                  <a:pt x="4502098" y="1180505"/>
                </a:cubicBezTo>
                <a:cubicBezTo>
                  <a:pt x="4509397" y="1186625"/>
                  <a:pt x="4495916" y="1214705"/>
                  <a:pt x="4505188" y="1210687"/>
                </a:cubicBezTo>
                <a:cubicBezTo>
                  <a:pt x="4495912" y="1230628"/>
                  <a:pt x="4511023" y="1246424"/>
                  <a:pt x="4514005" y="1263157"/>
                </a:cubicBezTo>
                <a:lnTo>
                  <a:pt x="4516282" y="1313374"/>
                </a:lnTo>
                <a:cubicBezTo>
                  <a:pt x="4515989" y="1324584"/>
                  <a:pt x="4515695" y="1335794"/>
                  <a:pt x="4515402" y="1347004"/>
                </a:cubicBezTo>
                <a:cubicBezTo>
                  <a:pt x="4515248" y="1348624"/>
                  <a:pt x="4515093" y="1350244"/>
                  <a:pt x="4514939" y="1351864"/>
                </a:cubicBezTo>
                <a:lnTo>
                  <a:pt x="4505820" y="1391762"/>
                </a:lnTo>
                <a:cubicBezTo>
                  <a:pt x="4507026" y="1392770"/>
                  <a:pt x="4508128" y="1394098"/>
                  <a:pt x="4509084" y="1395707"/>
                </a:cubicBezTo>
                <a:lnTo>
                  <a:pt x="4511926" y="1408524"/>
                </a:lnTo>
                <a:lnTo>
                  <a:pt x="4507185" y="1419109"/>
                </a:lnTo>
                <a:lnTo>
                  <a:pt x="4497001" y="1469337"/>
                </a:lnTo>
                <a:lnTo>
                  <a:pt x="4486104" y="1543038"/>
                </a:lnTo>
                <a:lnTo>
                  <a:pt x="4481223" y="1553997"/>
                </a:lnTo>
                <a:cubicBezTo>
                  <a:pt x="4475132" y="1579288"/>
                  <a:pt x="4478280" y="1610368"/>
                  <a:pt x="4466795" y="1626071"/>
                </a:cubicBezTo>
                <a:lnTo>
                  <a:pt x="4463080" y="1664103"/>
                </a:lnTo>
                <a:lnTo>
                  <a:pt x="4466740" y="1668558"/>
                </a:lnTo>
                <a:lnTo>
                  <a:pt x="4465090" y="1679756"/>
                </a:lnTo>
                <a:cubicBezTo>
                  <a:pt x="4465227" y="1680776"/>
                  <a:pt x="4465365" y="1681795"/>
                  <a:pt x="4465502" y="1682815"/>
                </a:cubicBezTo>
                <a:cubicBezTo>
                  <a:pt x="4466309" y="1688654"/>
                  <a:pt x="4466966" y="1694439"/>
                  <a:pt x="4467013" y="1700268"/>
                </a:cubicBezTo>
                <a:cubicBezTo>
                  <a:pt x="4452441" y="1697000"/>
                  <a:pt x="4458150" y="1726126"/>
                  <a:pt x="4455543" y="1735163"/>
                </a:cubicBezTo>
                <a:lnTo>
                  <a:pt x="4453483" y="1735289"/>
                </a:lnTo>
                <a:lnTo>
                  <a:pt x="4444985" y="1887374"/>
                </a:lnTo>
                <a:lnTo>
                  <a:pt x="4453676" y="1911536"/>
                </a:lnTo>
                <a:cubicBezTo>
                  <a:pt x="4454435" y="1928276"/>
                  <a:pt x="4455195" y="1945015"/>
                  <a:pt x="4455954" y="1961755"/>
                </a:cubicBezTo>
                <a:cubicBezTo>
                  <a:pt x="4455660" y="1972965"/>
                  <a:pt x="4455367" y="1984174"/>
                  <a:pt x="4455073" y="1995384"/>
                </a:cubicBezTo>
                <a:lnTo>
                  <a:pt x="4454611" y="2000244"/>
                </a:lnTo>
                <a:lnTo>
                  <a:pt x="4445491" y="2040142"/>
                </a:lnTo>
                <a:cubicBezTo>
                  <a:pt x="4446698" y="2041150"/>
                  <a:pt x="4447799" y="2042479"/>
                  <a:pt x="4448756" y="2044087"/>
                </a:cubicBezTo>
                <a:lnTo>
                  <a:pt x="4451597" y="2056904"/>
                </a:lnTo>
                <a:lnTo>
                  <a:pt x="4446856" y="2067489"/>
                </a:lnTo>
                <a:lnTo>
                  <a:pt x="4436672" y="2117719"/>
                </a:lnTo>
                <a:lnTo>
                  <a:pt x="4429341" y="2167300"/>
                </a:lnTo>
                <a:cubicBezTo>
                  <a:pt x="4410647" y="2519411"/>
                  <a:pt x="4376873" y="2876607"/>
                  <a:pt x="4373258" y="3223633"/>
                </a:cubicBezTo>
                <a:cubicBezTo>
                  <a:pt x="4370306" y="3302336"/>
                  <a:pt x="4363423" y="3398578"/>
                  <a:pt x="4360472" y="3477281"/>
                </a:cubicBezTo>
                <a:cubicBezTo>
                  <a:pt x="4367079" y="3471365"/>
                  <a:pt x="4356688" y="3621544"/>
                  <a:pt x="4349387" y="3639984"/>
                </a:cubicBezTo>
                <a:lnTo>
                  <a:pt x="4258626" y="5278921"/>
                </a:lnTo>
                <a:lnTo>
                  <a:pt x="4263924" y="5315626"/>
                </a:lnTo>
                <a:cubicBezTo>
                  <a:pt x="4269712" y="5323538"/>
                  <a:pt x="4266397" y="5327627"/>
                  <a:pt x="4267458" y="5350090"/>
                </a:cubicBezTo>
                <a:cubicBezTo>
                  <a:pt x="4268519" y="5372551"/>
                  <a:pt x="4251794" y="5406222"/>
                  <a:pt x="4270290" y="5450399"/>
                </a:cubicBezTo>
                <a:cubicBezTo>
                  <a:pt x="4269872" y="5457964"/>
                  <a:pt x="4260193" y="5476308"/>
                  <a:pt x="4251733" y="5484804"/>
                </a:cubicBezTo>
                <a:lnTo>
                  <a:pt x="4247081" y="5487504"/>
                </a:lnTo>
                <a:cubicBezTo>
                  <a:pt x="4245929" y="5508319"/>
                  <a:pt x="4247889" y="5526348"/>
                  <a:pt x="4243624" y="5549951"/>
                </a:cubicBezTo>
                <a:cubicBezTo>
                  <a:pt x="3535777" y="5517558"/>
                  <a:pt x="706564" y="5344821"/>
                  <a:pt x="0" y="5293146"/>
                </a:cubicBezTo>
                <a:lnTo>
                  <a:pt x="4241" y="5239903"/>
                </a:lnTo>
                <a:lnTo>
                  <a:pt x="8461" y="5233298"/>
                </a:lnTo>
                <a:cubicBezTo>
                  <a:pt x="8991" y="5232196"/>
                  <a:pt x="8639" y="5231467"/>
                  <a:pt x="8730" y="5230552"/>
                </a:cubicBezTo>
                <a:lnTo>
                  <a:pt x="9000" y="5227804"/>
                </a:lnTo>
                <a:cubicBezTo>
                  <a:pt x="9178" y="5225973"/>
                  <a:pt x="9545" y="5223940"/>
                  <a:pt x="9537" y="5222308"/>
                </a:cubicBezTo>
                <a:cubicBezTo>
                  <a:pt x="9481" y="5211840"/>
                  <a:pt x="8399" y="5224803"/>
                  <a:pt x="9222" y="5216405"/>
                </a:cubicBezTo>
                <a:cubicBezTo>
                  <a:pt x="9028" y="5215352"/>
                  <a:pt x="8703" y="5214469"/>
                  <a:pt x="8638" y="5213249"/>
                </a:cubicBezTo>
                <a:cubicBezTo>
                  <a:pt x="8596" y="5212477"/>
                  <a:pt x="8947" y="5211272"/>
                  <a:pt x="8907" y="5210500"/>
                </a:cubicBezTo>
                <a:cubicBezTo>
                  <a:pt x="8526" y="5203355"/>
                  <a:pt x="7974" y="5210896"/>
                  <a:pt x="8591" y="5204597"/>
                </a:cubicBezTo>
                <a:lnTo>
                  <a:pt x="8008" y="5201441"/>
                </a:lnTo>
                <a:cubicBezTo>
                  <a:pt x="6593" y="5193798"/>
                  <a:pt x="6556" y="5198023"/>
                  <a:pt x="7378" y="5189632"/>
                </a:cubicBezTo>
                <a:cubicBezTo>
                  <a:pt x="7183" y="5188581"/>
                  <a:pt x="6860" y="5187696"/>
                  <a:pt x="6794" y="5186477"/>
                </a:cubicBezTo>
                <a:cubicBezTo>
                  <a:pt x="6752" y="5185706"/>
                  <a:pt x="7185" y="5184394"/>
                  <a:pt x="7062" y="5183728"/>
                </a:cubicBezTo>
                <a:cubicBezTo>
                  <a:pt x="6788" y="5182241"/>
                  <a:pt x="4614" y="5182665"/>
                  <a:pt x="5627" y="5180163"/>
                </a:cubicBezTo>
                <a:lnTo>
                  <a:pt x="11039" y="5116566"/>
                </a:lnTo>
                <a:lnTo>
                  <a:pt x="78653" y="3839310"/>
                </a:lnTo>
                <a:lnTo>
                  <a:pt x="303343"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Lock">
            <a:extLst>
              <a:ext uri="{FF2B5EF4-FFF2-40B4-BE49-F238E27FC236}">
                <a16:creationId xmlns:a16="http://schemas.microsoft.com/office/drawing/2014/main" xmlns="" id="{9E99E93A-ACFB-B0DD-D2B1-045974591FCA}"/>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rot="21420419">
            <a:off x="1104416" y="1096986"/>
            <a:ext cx="4254392" cy="4254392"/>
          </a:xfrm>
          <a:prstGeom prst="rect">
            <a:avLst/>
          </a:prstGeom>
        </p:spPr>
      </p:pic>
      <p:sp>
        <p:nvSpPr>
          <p:cNvPr id="3" name="Content Placeholder 2">
            <a:extLst>
              <a:ext uri="{FF2B5EF4-FFF2-40B4-BE49-F238E27FC236}">
                <a16:creationId xmlns:a16="http://schemas.microsoft.com/office/drawing/2014/main" xmlns="" id="{1B2588AC-97E6-2888-EF4D-EFF7838DD725}"/>
              </a:ext>
            </a:extLst>
          </p:cNvPr>
          <p:cNvSpPr>
            <a:spLocks noGrp="1"/>
          </p:cNvSpPr>
          <p:nvPr>
            <p:ph idx="1"/>
          </p:nvPr>
        </p:nvSpPr>
        <p:spPr>
          <a:xfrm>
            <a:off x="6473629" y="2953593"/>
            <a:ext cx="5032572" cy="3218607"/>
          </a:xfrm>
        </p:spPr>
        <p:txBody>
          <a:bodyPr>
            <a:normAutofit/>
          </a:bodyPr>
          <a:lstStyle/>
          <a:p>
            <a:pPr marL="0" indent="0">
              <a:buNone/>
            </a:pPr>
            <a:r>
              <a:rPr lang="en-US" sz="2400" dirty="0"/>
              <a:t>to respect the confidentiality of information acquired as a result of professional and business relationships. </a:t>
            </a:r>
          </a:p>
          <a:p>
            <a:endParaRPr lang="en-US" sz="2400" dirty="0"/>
          </a:p>
        </p:txBody>
      </p:sp>
      <p:grpSp>
        <p:nvGrpSpPr>
          <p:cNvPr id="16" name="Group 15">
            <a:extLst>
              <a:ext uri="{FF2B5EF4-FFF2-40B4-BE49-F238E27FC236}">
                <a16:creationId xmlns:a16="http://schemas.microsoft.com/office/drawing/2014/main" xmlns="" id="{96BEFBD8-C05C-43C7-8D7B-58D37F70F54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7" name="Group 16">
              <a:extLst>
                <a:ext uri="{FF2B5EF4-FFF2-40B4-BE49-F238E27FC236}">
                  <a16:creationId xmlns:a16="http://schemas.microsoft.com/office/drawing/2014/main" xmlns="" id="{B622FDA5-36F9-4DD4-87A3-58FC513B8376}"/>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9" name="Straight Connector 18">
                <a:extLst>
                  <a:ext uri="{FF2B5EF4-FFF2-40B4-BE49-F238E27FC236}">
                    <a16:creationId xmlns:a16="http://schemas.microsoft.com/office/drawing/2014/main" xmlns="" id="{734870DF-B7C4-4149-9E0F-2B602F26BDE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A1CD7D4A-FA69-4C48-A532-9ED58E181AC0}"/>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Oval 17">
              <a:extLst>
                <a:ext uri="{FF2B5EF4-FFF2-40B4-BE49-F238E27FC236}">
                  <a16:creationId xmlns:a16="http://schemas.microsoft.com/office/drawing/2014/main" xmlns="" id="{F57FB85D-1649-470D-A7BA-3475C851013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Freeform: Shape 21">
            <a:extLst>
              <a:ext uri="{FF2B5EF4-FFF2-40B4-BE49-F238E27FC236}">
                <a16:creationId xmlns:a16="http://schemas.microsoft.com/office/drawing/2014/main" xmlns="" id="{03CCCF79-BC42-40CC-A81F-1C5962B62E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3193556" y="5316608"/>
            <a:ext cx="444795" cy="1655141"/>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xmlns="" val="376382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1B7C4707-9C68-44ED-A6DE-88FF7A50F45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B69060A4-9EDF-4FB5-87A8-A9FC83E446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663" y="217714"/>
            <a:ext cx="6968018" cy="6640286"/>
          </a:xfrm>
          <a:custGeom>
            <a:avLst/>
            <a:gdLst>
              <a:gd name="connsiteX0" fmla="*/ 6352331 w 6968018"/>
              <a:gd name="connsiteY0" fmla="*/ 0 h 6643444"/>
              <a:gd name="connsiteX1" fmla="*/ 6968018 w 6968018"/>
              <a:gd name="connsiteY1" fmla="*/ 6643444 h 6643444"/>
              <a:gd name="connsiteX2" fmla="*/ 561128 w 6968018"/>
              <a:gd name="connsiteY2" fmla="*/ 6643444 h 6643444"/>
              <a:gd name="connsiteX3" fmla="*/ 0 w 6968018"/>
              <a:gd name="connsiteY3" fmla="*/ 588709 h 6643444"/>
            </a:gdLst>
            <a:ahLst/>
            <a:cxnLst>
              <a:cxn ang="0">
                <a:pos x="connsiteX0" y="connsiteY0"/>
              </a:cxn>
              <a:cxn ang="0">
                <a:pos x="connsiteX1" y="connsiteY1"/>
              </a:cxn>
              <a:cxn ang="0">
                <a:pos x="connsiteX2" y="connsiteY2"/>
              </a:cxn>
              <a:cxn ang="0">
                <a:pos x="connsiteX3" y="connsiteY3"/>
              </a:cxn>
            </a:cxnLst>
            <a:rect l="l" t="t" r="r" b="b"/>
            <a:pathLst>
              <a:path w="6968018" h="6643444">
                <a:moveTo>
                  <a:pt x="6352331" y="0"/>
                </a:moveTo>
                <a:lnTo>
                  <a:pt x="6968018" y="6643444"/>
                </a:lnTo>
                <a:lnTo>
                  <a:pt x="561128" y="6643444"/>
                </a:lnTo>
                <a:lnTo>
                  <a:pt x="0" y="588709"/>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E937A4B0-1638-4AFA-91A5-60F8BB498C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7764" y="379444"/>
            <a:ext cx="6678117" cy="6490996"/>
          </a:xfrm>
          <a:custGeom>
            <a:avLst/>
            <a:gdLst>
              <a:gd name="connsiteX0" fmla="*/ 6004504 w 6647705"/>
              <a:gd name="connsiteY0" fmla="*/ 217 h 6461436"/>
              <a:gd name="connsiteX1" fmla="*/ 6043316 w 6647705"/>
              <a:gd name="connsiteY1" fmla="*/ 21512 h 6461436"/>
              <a:gd name="connsiteX2" fmla="*/ 6200652 w 6647705"/>
              <a:gd name="connsiteY2" fmla="*/ 1719217 h 6461436"/>
              <a:gd name="connsiteX3" fmla="*/ 6206825 w 6647705"/>
              <a:gd name="connsiteY3" fmla="*/ 1785827 h 6461436"/>
              <a:gd name="connsiteX4" fmla="*/ 6221227 w 6647705"/>
              <a:gd name="connsiteY4" fmla="*/ 1822016 h 6461436"/>
              <a:gd name="connsiteX5" fmla="*/ 6237305 w 6647705"/>
              <a:gd name="connsiteY5" fmla="*/ 1858891 h 6461436"/>
              <a:gd name="connsiteX6" fmla="*/ 6245339 w 6647705"/>
              <a:gd name="connsiteY6" fmla="*/ 2011010 h 6461436"/>
              <a:gd name="connsiteX7" fmla="*/ 6243065 w 6647705"/>
              <a:gd name="connsiteY7" fmla="*/ 2066060 h 6461436"/>
              <a:gd name="connsiteX8" fmla="*/ 6238739 w 6647705"/>
              <a:gd name="connsiteY8" fmla="*/ 2104210 h 6461436"/>
              <a:gd name="connsiteX9" fmla="*/ 6237021 w 6647705"/>
              <a:gd name="connsiteY9" fmla="*/ 2111648 h 6461436"/>
              <a:gd name="connsiteX10" fmla="*/ 6259718 w 6647705"/>
              <a:gd name="connsiteY10" fmla="*/ 2356556 h 6461436"/>
              <a:gd name="connsiteX11" fmla="*/ 6264060 w 6647705"/>
              <a:gd name="connsiteY11" fmla="*/ 2374375 h 6461436"/>
              <a:gd name="connsiteX12" fmla="*/ 6267041 w 6647705"/>
              <a:gd name="connsiteY12" fmla="*/ 2435573 h 6461436"/>
              <a:gd name="connsiteX13" fmla="*/ 6271496 w 6647705"/>
              <a:gd name="connsiteY13" fmla="*/ 2444087 h 6461436"/>
              <a:gd name="connsiteX14" fmla="*/ 6647705 w 6647705"/>
              <a:gd name="connsiteY14" fmla="*/ 6461436 h 6461436"/>
              <a:gd name="connsiteX15" fmla="*/ 545408 w 6647705"/>
              <a:gd name="connsiteY15" fmla="*/ 6461436 h 6461436"/>
              <a:gd name="connsiteX16" fmla="*/ 544170 w 6647705"/>
              <a:gd name="connsiteY16" fmla="*/ 6448085 h 6461436"/>
              <a:gd name="connsiteX17" fmla="*/ 533573 w 6647705"/>
              <a:gd name="connsiteY17" fmla="*/ 6434067 h 6461436"/>
              <a:gd name="connsiteX18" fmla="*/ 522439 w 6647705"/>
              <a:gd name="connsiteY18" fmla="*/ 6388375 h 6461436"/>
              <a:gd name="connsiteX19" fmla="*/ 518228 w 6647705"/>
              <a:gd name="connsiteY19" fmla="*/ 6357352 h 6461436"/>
              <a:gd name="connsiteX20" fmla="*/ 518072 w 6647705"/>
              <a:gd name="connsiteY20" fmla="*/ 6352810 h 6461436"/>
              <a:gd name="connsiteX21" fmla="*/ 523971 w 6647705"/>
              <a:gd name="connsiteY21" fmla="*/ 6314577 h 6461436"/>
              <a:gd name="connsiteX22" fmla="*/ 518934 w 6647705"/>
              <a:gd name="connsiteY22" fmla="*/ 6311532 h 6461436"/>
              <a:gd name="connsiteX23" fmla="*/ 513042 w 6647705"/>
              <a:gd name="connsiteY23" fmla="*/ 6300271 h 6461436"/>
              <a:gd name="connsiteX24" fmla="*/ 517740 w 6647705"/>
              <a:gd name="connsiteY24" fmla="*/ 6289716 h 6461436"/>
              <a:gd name="connsiteX25" fmla="*/ 523418 w 6647705"/>
              <a:gd name="connsiteY25" fmla="*/ 6241814 h 6461436"/>
              <a:gd name="connsiteX26" fmla="*/ 523922 w 6647705"/>
              <a:gd name="connsiteY26" fmla="*/ 6229603 h 6461436"/>
              <a:gd name="connsiteX27" fmla="*/ 67 w 6647705"/>
              <a:gd name="connsiteY27" fmla="*/ 577048 h 6461436"/>
              <a:gd name="connsiteX28" fmla="*/ 34408 w 6647705"/>
              <a:gd name="connsiteY28" fmla="*/ 548975 h 6461436"/>
              <a:gd name="connsiteX29" fmla="*/ 6004504 w 6647705"/>
              <a:gd name="connsiteY29" fmla="*/ 217 h 646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culator on a notebook">
            <a:extLst>
              <a:ext uri="{FF2B5EF4-FFF2-40B4-BE49-F238E27FC236}">
                <a16:creationId xmlns:a16="http://schemas.microsoft.com/office/drawing/2014/main" xmlns="" id="{D29882C2-749F-E3B4-215F-72019F4AC6D9}"/>
              </a:ext>
            </a:extLst>
          </p:cNvPr>
          <p:cNvPicPr>
            <a:picLocks noChangeAspect="1"/>
          </p:cNvPicPr>
          <p:nvPr/>
        </p:nvPicPr>
        <p:blipFill>
          <a:blip r:embed="rId3">
            <a:alphaModFix amt="84000"/>
          </a:blip>
          <a:srcRect l="18638" r="12688" b="1"/>
          <a:stretch/>
        </p:blipFill>
        <p:spPr>
          <a:xfrm>
            <a:off x="457850" y="379444"/>
            <a:ext cx="6678117" cy="6490996"/>
          </a:xfrm>
          <a:custGeom>
            <a:avLst/>
            <a:gdLst/>
            <a:ahLst/>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p:spPr>
      </p:pic>
      <p:sp>
        <p:nvSpPr>
          <p:cNvPr id="2" name="Title 1">
            <a:extLst>
              <a:ext uri="{FF2B5EF4-FFF2-40B4-BE49-F238E27FC236}">
                <a16:creationId xmlns:a16="http://schemas.microsoft.com/office/drawing/2014/main" xmlns="" id="{C65BE801-4884-71FC-8CF8-69F000D77E20}"/>
              </a:ext>
            </a:extLst>
          </p:cNvPr>
          <p:cNvSpPr>
            <a:spLocks noGrp="1"/>
          </p:cNvSpPr>
          <p:nvPr>
            <p:ph type="title"/>
          </p:nvPr>
        </p:nvSpPr>
        <p:spPr>
          <a:xfrm>
            <a:off x="5933208" y="681036"/>
            <a:ext cx="5572992" cy="1916505"/>
          </a:xfrm>
        </p:spPr>
        <p:txBody>
          <a:bodyPr>
            <a:normAutofit/>
          </a:bodyPr>
          <a:lstStyle/>
          <a:p>
            <a:r>
              <a:rPr lang="en-US" dirty="0"/>
              <a:t>Professional behaviour</a:t>
            </a:r>
          </a:p>
        </p:txBody>
      </p:sp>
      <p:sp>
        <p:nvSpPr>
          <p:cNvPr id="15" name="Freeform: Shape 14">
            <a:extLst>
              <a:ext uri="{FF2B5EF4-FFF2-40B4-BE49-F238E27FC236}">
                <a16:creationId xmlns:a16="http://schemas.microsoft.com/office/drawing/2014/main" xmlns="" id="{60376AD7-5814-4A2B-B3FC-395355E394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830335">
            <a:off x="463402" y="118600"/>
            <a:ext cx="444795" cy="1868387"/>
          </a:xfrm>
          <a:custGeom>
            <a:avLst/>
            <a:gdLst>
              <a:gd name="connsiteX0" fmla="*/ 0 w 444795"/>
              <a:gd name="connsiteY0" fmla="*/ 78388 h 1868387"/>
              <a:gd name="connsiteX1" fmla="*/ 39454 w 444795"/>
              <a:gd name="connsiteY1" fmla="*/ 66552 h 1868387"/>
              <a:gd name="connsiteX2" fmla="*/ 139617 w 444795"/>
              <a:gd name="connsiteY2" fmla="*/ 42263 h 1868387"/>
              <a:gd name="connsiteX3" fmla="*/ 193778 w 444795"/>
              <a:gd name="connsiteY3" fmla="*/ 51160 h 1868387"/>
              <a:gd name="connsiteX4" fmla="*/ 261389 w 444795"/>
              <a:gd name="connsiteY4" fmla="*/ 36852 h 1868387"/>
              <a:gd name="connsiteX5" fmla="*/ 274876 w 444795"/>
              <a:gd name="connsiteY5" fmla="*/ 37840 h 1868387"/>
              <a:gd name="connsiteX6" fmla="*/ 280032 w 444795"/>
              <a:gd name="connsiteY6" fmla="*/ 48921 h 1868387"/>
              <a:gd name="connsiteX7" fmla="*/ 284781 w 444795"/>
              <a:gd name="connsiteY7" fmla="*/ 50980 h 1868387"/>
              <a:gd name="connsiteX8" fmla="*/ 300007 w 444795"/>
              <a:gd name="connsiteY8" fmla="*/ 37078 h 1868387"/>
              <a:gd name="connsiteX9" fmla="*/ 375999 w 444795"/>
              <a:gd name="connsiteY9" fmla="*/ 45281 h 1868387"/>
              <a:gd name="connsiteX10" fmla="*/ 417584 w 444795"/>
              <a:gd name="connsiteY10" fmla="*/ 9727 h 1868387"/>
              <a:gd name="connsiteX11" fmla="*/ 444795 w 444795"/>
              <a:gd name="connsiteY11" fmla="*/ 0 h 1868387"/>
              <a:gd name="connsiteX12" fmla="*/ 444795 w 444795"/>
              <a:gd name="connsiteY12" fmla="*/ 1864840 h 1868387"/>
              <a:gd name="connsiteX13" fmla="*/ 430079 w 444795"/>
              <a:gd name="connsiteY13" fmla="*/ 1860813 h 1868387"/>
              <a:gd name="connsiteX14" fmla="*/ 383783 w 444795"/>
              <a:gd name="connsiteY14" fmla="*/ 1862444 h 1868387"/>
              <a:gd name="connsiteX15" fmla="*/ 370358 w 444795"/>
              <a:gd name="connsiteY15" fmla="*/ 1868387 h 1868387"/>
              <a:gd name="connsiteX16" fmla="*/ 336658 w 444795"/>
              <a:gd name="connsiteY16" fmla="*/ 1868387 h 1868387"/>
              <a:gd name="connsiteX17" fmla="*/ 306546 w 444795"/>
              <a:gd name="connsiteY17" fmla="*/ 1858526 h 1868387"/>
              <a:gd name="connsiteX18" fmla="*/ 236457 w 444795"/>
              <a:gd name="connsiteY18" fmla="*/ 1847671 h 1868387"/>
              <a:gd name="connsiteX19" fmla="*/ 205722 w 444795"/>
              <a:gd name="connsiteY19" fmla="*/ 1841430 h 1868387"/>
              <a:gd name="connsiteX20" fmla="*/ 181807 w 444795"/>
              <a:gd name="connsiteY20" fmla="*/ 1823771 h 1868387"/>
              <a:gd name="connsiteX21" fmla="*/ 178439 w 444795"/>
              <a:gd name="connsiteY21" fmla="*/ 1808957 h 1868387"/>
              <a:gd name="connsiteX22" fmla="*/ 161935 w 444795"/>
              <a:gd name="connsiteY22" fmla="*/ 1803551 h 1868387"/>
              <a:gd name="connsiteX23" fmla="*/ 158071 w 444795"/>
              <a:gd name="connsiteY23" fmla="*/ 1799541 h 1868387"/>
              <a:gd name="connsiteX24" fmla="*/ 135376 w 444795"/>
              <a:gd name="connsiteY24" fmla="*/ 1779136 h 1868387"/>
              <a:gd name="connsiteX25" fmla="*/ 132952 w 444795"/>
              <a:gd name="connsiteY25" fmla="*/ 1786380 h 1868387"/>
              <a:gd name="connsiteX26" fmla="*/ 0 w 444795"/>
              <a:gd name="connsiteY26" fmla="*/ 1663146 h 186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4795" h="1868387">
                <a:moveTo>
                  <a:pt x="0" y="78388"/>
                </a:moveTo>
                <a:lnTo>
                  <a:pt x="39454" y="66552"/>
                </a:lnTo>
                <a:cubicBezTo>
                  <a:pt x="73377" y="59047"/>
                  <a:pt x="108602" y="54461"/>
                  <a:pt x="139617" y="42263"/>
                </a:cubicBezTo>
                <a:cubicBezTo>
                  <a:pt x="180799" y="87869"/>
                  <a:pt x="156173" y="44723"/>
                  <a:pt x="193778" y="51160"/>
                </a:cubicBezTo>
                <a:lnTo>
                  <a:pt x="261389" y="36852"/>
                </a:lnTo>
                <a:lnTo>
                  <a:pt x="274876" y="37840"/>
                </a:lnTo>
                <a:lnTo>
                  <a:pt x="280032" y="48921"/>
                </a:lnTo>
                <a:lnTo>
                  <a:pt x="284781" y="50980"/>
                </a:lnTo>
                <a:lnTo>
                  <a:pt x="300007" y="37078"/>
                </a:lnTo>
                <a:cubicBezTo>
                  <a:pt x="322467" y="29589"/>
                  <a:pt x="353078" y="47149"/>
                  <a:pt x="375999" y="45281"/>
                </a:cubicBezTo>
                <a:cubicBezTo>
                  <a:pt x="382977" y="27666"/>
                  <a:pt x="397501" y="17994"/>
                  <a:pt x="417584" y="9727"/>
                </a:cubicBezTo>
                <a:lnTo>
                  <a:pt x="444795" y="0"/>
                </a:lnTo>
                <a:lnTo>
                  <a:pt x="444795" y="1864840"/>
                </a:lnTo>
                <a:lnTo>
                  <a:pt x="430079" y="1860813"/>
                </a:lnTo>
                <a:cubicBezTo>
                  <a:pt x="411946" y="1857931"/>
                  <a:pt x="392950" y="1858479"/>
                  <a:pt x="383783" y="1862444"/>
                </a:cubicBezTo>
                <a:lnTo>
                  <a:pt x="370358" y="1868387"/>
                </a:lnTo>
                <a:lnTo>
                  <a:pt x="336658" y="1868387"/>
                </a:lnTo>
                <a:lnTo>
                  <a:pt x="306546" y="1858526"/>
                </a:lnTo>
                <a:cubicBezTo>
                  <a:pt x="280888" y="1847233"/>
                  <a:pt x="256422" y="1834783"/>
                  <a:pt x="236457" y="1847671"/>
                </a:cubicBezTo>
                <a:cubicBezTo>
                  <a:pt x="224964" y="1848497"/>
                  <a:pt x="214878" y="1845991"/>
                  <a:pt x="205722" y="1841430"/>
                </a:cubicBezTo>
                <a:lnTo>
                  <a:pt x="181807" y="1823771"/>
                </a:lnTo>
                <a:lnTo>
                  <a:pt x="178439" y="1808957"/>
                </a:lnTo>
                <a:lnTo>
                  <a:pt x="161935" y="1803551"/>
                </a:lnTo>
                <a:lnTo>
                  <a:pt x="158071" y="1799541"/>
                </a:lnTo>
                <a:cubicBezTo>
                  <a:pt x="150700" y="1791836"/>
                  <a:pt x="143295" y="1784610"/>
                  <a:pt x="135376" y="1779136"/>
                </a:cubicBezTo>
                <a:lnTo>
                  <a:pt x="132952" y="1786380"/>
                </a:lnTo>
                <a:lnTo>
                  <a:pt x="0" y="1663146"/>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xmlns="" id="{1B8AC5C8-D810-00EB-EFB6-E628C835F38B}"/>
              </a:ext>
            </a:extLst>
          </p:cNvPr>
          <p:cNvSpPr>
            <a:spLocks noGrp="1"/>
          </p:cNvSpPr>
          <p:nvPr>
            <p:ph idx="1"/>
          </p:nvPr>
        </p:nvSpPr>
        <p:spPr>
          <a:xfrm>
            <a:off x="7410856" y="2899133"/>
            <a:ext cx="4598269" cy="3116101"/>
          </a:xfrm>
        </p:spPr>
        <p:txBody>
          <a:bodyPr>
            <a:noAutofit/>
          </a:bodyPr>
          <a:lstStyle/>
          <a:p>
            <a:pPr marL="0" indent="0">
              <a:buNone/>
            </a:pPr>
            <a:r>
              <a:rPr lang="en-US" sz="2000" dirty="0"/>
              <a:t>to comply with relevant laws and regulations and avoid any conduct that the professional accountant knows or should know might discredit the profession.</a:t>
            </a:r>
          </a:p>
          <a:p>
            <a:pPr marL="0" indent="0">
              <a:buNone/>
            </a:pPr>
            <a:endParaRPr lang="en-US" sz="2000" dirty="0"/>
          </a:p>
        </p:txBody>
      </p:sp>
      <p:grpSp>
        <p:nvGrpSpPr>
          <p:cNvPr id="17" name="Group 16">
            <a:extLst>
              <a:ext uri="{FF2B5EF4-FFF2-40B4-BE49-F238E27FC236}">
                <a16:creationId xmlns:a16="http://schemas.microsoft.com/office/drawing/2014/main" xmlns="" id="{D2D2835C-DDE9-4332-9476-94B711F0537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xmlns="" id="{37647015-EE9A-4F89-A88A-DC5786E66388}"/>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xmlns="" id="{CB275C9D-23AD-4120-B860-4A649881025C}"/>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57793833-C4D8-475A-86F4-45B2FFCF4F73}"/>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xmlns="" id="{CBDF05EB-F6AC-4339-BC6E-8D652768562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279836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092CAB0C-70DE-4DC8-BA46-0246B910F6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B90617D-1DDC-810A-13DB-5427F7AD19FE}"/>
              </a:ext>
            </a:extLst>
          </p:cNvPr>
          <p:cNvSpPr>
            <a:spLocks noGrp="1"/>
          </p:cNvSpPr>
          <p:nvPr>
            <p:ph type="title"/>
          </p:nvPr>
        </p:nvSpPr>
        <p:spPr>
          <a:xfrm>
            <a:off x="1673188" y="-12340"/>
            <a:ext cx="8843854" cy="1365979"/>
          </a:xfrm>
        </p:spPr>
        <p:txBody>
          <a:bodyPr>
            <a:normAutofit/>
          </a:bodyPr>
          <a:lstStyle/>
          <a:p>
            <a:pPr algn="ctr"/>
            <a:r>
              <a:rPr lang="en-US" dirty="0"/>
              <a:t>The scenario</a:t>
            </a:r>
          </a:p>
        </p:txBody>
      </p:sp>
      <p:sp>
        <p:nvSpPr>
          <p:cNvPr id="3" name="Content Placeholder 2">
            <a:extLst>
              <a:ext uri="{FF2B5EF4-FFF2-40B4-BE49-F238E27FC236}">
                <a16:creationId xmlns:a16="http://schemas.microsoft.com/office/drawing/2014/main" xmlns="" id="{8486247F-43AF-B264-5C2D-4318CF762A6E}"/>
              </a:ext>
            </a:extLst>
          </p:cNvPr>
          <p:cNvSpPr>
            <a:spLocks noGrp="1"/>
          </p:cNvSpPr>
          <p:nvPr>
            <p:ph idx="1"/>
          </p:nvPr>
        </p:nvSpPr>
        <p:spPr>
          <a:xfrm>
            <a:off x="403926" y="1644023"/>
            <a:ext cx="11584170" cy="4132761"/>
          </a:xfrm>
        </p:spPr>
        <p:txBody>
          <a:bodyPr>
            <a:noAutofit/>
          </a:bodyPr>
          <a:lstStyle/>
          <a:p>
            <a:pPr marL="0" indent="0" algn="ctr">
              <a:lnSpc>
                <a:spcPct val="110000"/>
              </a:lnSpc>
              <a:buNone/>
            </a:pPr>
            <a:r>
              <a:rPr lang="en-US" sz="2000" dirty="0"/>
              <a:t>You are working at a small business on a finance training scheme. </a:t>
            </a:r>
          </a:p>
          <a:p>
            <a:pPr marL="0" indent="0" algn="ctr">
              <a:lnSpc>
                <a:spcPct val="110000"/>
              </a:lnSpc>
              <a:buNone/>
            </a:pPr>
            <a:r>
              <a:rPr lang="en-US" sz="2000" dirty="0"/>
              <a:t>You have been there for one year and have completed the Operational Level of the CIMA Professional Qualification. </a:t>
            </a:r>
          </a:p>
          <a:p>
            <a:pPr marL="0" indent="0" algn="ctr">
              <a:lnSpc>
                <a:spcPct val="110000"/>
              </a:lnSpc>
              <a:buNone/>
            </a:pPr>
            <a:r>
              <a:rPr lang="en-US" sz="2000" dirty="0"/>
              <a:t>You work in a team of three: you, your manager, and a third-year graduate trainee. Your team should have more people, but recent budget cuts led to losing two members of your team, and those who remain are under significant pressure to deliver work quickly. </a:t>
            </a:r>
          </a:p>
          <a:p>
            <a:pPr marL="0" indent="0" algn="ctr">
              <a:lnSpc>
                <a:spcPct val="110000"/>
              </a:lnSpc>
              <a:buNone/>
            </a:pPr>
            <a:r>
              <a:rPr lang="en-US" sz="2000" dirty="0"/>
              <a:t>Your line manager finds you in the office one afternoon and asks you to complete some complicated revenue calculations before you leave for the day. </a:t>
            </a:r>
          </a:p>
          <a:p>
            <a:pPr marL="0" indent="0" algn="ctr">
              <a:lnSpc>
                <a:spcPct val="110000"/>
              </a:lnSpc>
              <a:buNone/>
            </a:pPr>
            <a:r>
              <a:rPr lang="en-US" sz="2000" dirty="0"/>
              <a:t>You don’t feel confident doing this. It’s a new type of work that you have briefly touched upon in your studies, but you have no practical experience. It will take hours, and the other members of the team will be going home very soon.</a:t>
            </a:r>
          </a:p>
        </p:txBody>
      </p:sp>
      <p:grpSp>
        <p:nvGrpSpPr>
          <p:cNvPr id="10" name="Group 9">
            <a:extLst>
              <a:ext uri="{FF2B5EF4-FFF2-40B4-BE49-F238E27FC236}">
                <a16:creationId xmlns:a16="http://schemas.microsoft.com/office/drawing/2014/main" xmlns="" id="{27686979-EF4E-47AD-9ABF-CFD1C5AC27CC}"/>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11" name="Group 10">
              <a:extLst>
                <a:ext uri="{FF2B5EF4-FFF2-40B4-BE49-F238E27FC236}">
                  <a16:creationId xmlns:a16="http://schemas.microsoft.com/office/drawing/2014/main" xmlns="" id="{EB4EAB5A-33BE-44EA-84C8-5446C3225A75}"/>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3" name="Straight Connector 12">
                <a:extLst>
                  <a:ext uri="{FF2B5EF4-FFF2-40B4-BE49-F238E27FC236}">
                    <a16:creationId xmlns:a16="http://schemas.microsoft.com/office/drawing/2014/main" xmlns="" id="{A7AA46DE-C3A7-41A3-BF3B-358FB3EF6198}"/>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1D4426D2-7B82-4A15-A406-9CA7655EBC62}"/>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Oval 11">
              <a:extLst>
                <a:ext uri="{FF2B5EF4-FFF2-40B4-BE49-F238E27FC236}">
                  <a16:creationId xmlns:a16="http://schemas.microsoft.com/office/drawing/2014/main" xmlns="" id="{5C91F0D9-BE92-48CA-875E-CEC979B4B29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377835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xmlns="" id="{40F9F56E-5A69-4F79-A578-5963B46C141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5E35AD-1AE9-3690-8BD5-45CD5B6473F5}"/>
              </a:ext>
            </a:extLst>
          </p:cNvPr>
          <p:cNvSpPr>
            <a:spLocks noGrp="1"/>
          </p:cNvSpPr>
          <p:nvPr>
            <p:ph type="title"/>
          </p:nvPr>
        </p:nvSpPr>
        <p:spPr>
          <a:xfrm>
            <a:off x="1219199" y="365125"/>
            <a:ext cx="5509684" cy="1578930"/>
          </a:xfrm>
        </p:spPr>
        <p:txBody>
          <a:bodyPr>
            <a:normAutofit/>
          </a:bodyPr>
          <a:lstStyle/>
          <a:p>
            <a:r>
              <a:rPr lang="en-US"/>
              <a:t>What does CIMA code of ethics talk?</a:t>
            </a:r>
            <a:endParaRPr lang="en-US" dirty="0"/>
          </a:p>
        </p:txBody>
      </p:sp>
      <p:sp>
        <p:nvSpPr>
          <p:cNvPr id="4" name="Rectangle 1">
            <a:extLst>
              <a:ext uri="{FF2B5EF4-FFF2-40B4-BE49-F238E27FC236}">
                <a16:creationId xmlns:a16="http://schemas.microsoft.com/office/drawing/2014/main" xmlns="" id="{1349A825-C026-C893-4896-EA8FB4D7724B}"/>
              </a:ext>
            </a:extLst>
          </p:cNvPr>
          <p:cNvSpPr>
            <a:spLocks noGrp="1" noChangeArrowheads="1"/>
          </p:cNvSpPr>
          <p:nvPr>
            <p:ph idx="1"/>
          </p:nvPr>
        </p:nvSpPr>
        <p:spPr bwMode="auto">
          <a:xfrm>
            <a:off x="704335" y="2331288"/>
            <a:ext cx="6024549" cy="3840912"/>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CIMA Code of Ethics</a:t>
            </a:r>
            <a:r>
              <a:rPr kumimoji="0" lang="en-US" altLang="en-US" sz="2000" b="0" i="0" u="none" strike="noStrike" cap="none" normalizeH="0" baseline="0" dirty="0">
                <a:ln>
                  <a:noFill/>
                </a:ln>
                <a:effectLst/>
                <a:latin typeface="Arial" panose="020B0604020202020204" pitchFamily="34" charset="0"/>
              </a:rPr>
              <a:t>: The Code applies to both members and students, guiding ethical decision-making in professional situations.</a:t>
            </a:r>
          </a:p>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Competence and Due Care</a:t>
            </a:r>
            <a:r>
              <a:rPr kumimoji="0" lang="en-US" altLang="en-US" sz="2000" b="0" i="0" u="none" strike="noStrike" cap="none" normalizeH="0" baseline="0" dirty="0">
                <a:ln>
                  <a:noFill/>
                </a:ln>
                <a:effectLst/>
                <a:latin typeface="Arial" panose="020B0604020202020204" pitchFamily="34" charset="0"/>
              </a:rPr>
              <a:t>: Section 113 of the Code requires maintaining professional skills. If you lack experience for a task, it’s essential to address this rather than risk errors.</a:t>
            </a:r>
          </a:p>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Threats to Competence</a:t>
            </a:r>
            <a:r>
              <a:rPr kumimoji="0" lang="en-US" altLang="en-US" sz="2000" b="0" i="0" u="none" strike="noStrike" cap="none" normalizeH="0" baseline="0" dirty="0">
                <a:ln>
                  <a:noFill/>
                </a:ln>
                <a:effectLst/>
                <a:latin typeface="Arial" panose="020B0604020202020204" pitchFamily="34" charset="0"/>
              </a:rPr>
              <a:t>: Section 260.6 A7 identifies threats like insufficient time and training. Safeguards include seeking help, doing extra research, or consulting superiors.</a:t>
            </a:r>
          </a:p>
        </p:txBody>
      </p:sp>
      <p:sp>
        <p:nvSpPr>
          <p:cNvPr id="35" name="Rectangle 13">
            <a:extLst>
              <a:ext uri="{FF2B5EF4-FFF2-40B4-BE49-F238E27FC236}">
                <a16:creationId xmlns:a16="http://schemas.microsoft.com/office/drawing/2014/main" xmlns="" id="{E99323BC-1B70-447E-A2E4-BD7851671A1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54245">
            <a:off x="7357309" y="579304"/>
            <a:ext cx="4207231" cy="5687459"/>
          </a:xfrm>
          <a:custGeom>
            <a:avLst/>
            <a:gdLst>
              <a:gd name="connsiteX0" fmla="*/ 0 w 4212976"/>
              <a:gd name="connsiteY0" fmla="*/ 0 h 5687201"/>
              <a:gd name="connsiteX1" fmla="*/ 4212976 w 4212976"/>
              <a:gd name="connsiteY1" fmla="*/ 0 h 5687201"/>
              <a:gd name="connsiteX2" fmla="*/ 4212976 w 4212976"/>
              <a:gd name="connsiteY2" fmla="*/ 5687201 h 5687201"/>
              <a:gd name="connsiteX3" fmla="*/ 0 w 4212976"/>
              <a:gd name="connsiteY3" fmla="*/ 5687201 h 5687201"/>
              <a:gd name="connsiteX4" fmla="*/ 0 w 4212976"/>
              <a:gd name="connsiteY4" fmla="*/ 0 h 5687201"/>
              <a:gd name="connsiteX0" fmla="*/ 0 w 4212976"/>
              <a:gd name="connsiteY0" fmla="*/ 0 h 5687201"/>
              <a:gd name="connsiteX1" fmla="*/ 4212976 w 4212976"/>
              <a:gd name="connsiteY1" fmla="*/ 0 h 5687201"/>
              <a:gd name="connsiteX2" fmla="*/ 4212976 w 4212976"/>
              <a:gd name="connsiteY2" fmla="*/ 5687201 h 5687201"/>
              <a:gd name="connsiteX3" fmla="*/ 22981 w 4212976"/>
              <a:gd name="connsiteY3" fmla="*/ 5686169 h 5687201"/>
              <a:gd name="connsiteX4" fmla="*/ 0 w 4212976"/>
              <a:gd name="connsiteY4" fmla="*/ 0 h 5687201"/>
              <a:gd name="connsiteX0" fmla="*/ 0 w 4207231"/>
              <a:gd name="connsiteY0" fmla="*/ 0 h 5687459"/>
              <a:gd name="connsiteX1" fmla="*/ 4207231 w 4207231"/>
              <a:gd name="connsiteY1" fmla="*/ 258 h 5687459"/>
              <a:gd name="connsiteX2" fmla="*/ 4207231 w 4207231"/>
              <a:gd name="connsiteY2" fmla="*/ 5687459 h 5687459"/>
              <a:gd name="connsiteX3" fmla="*/ 17236 w 4207231"/>
              <a:gd name="connsiteY3" fmla="*/ 5686427 h 5687459"/>
              <a:gd name="connsiteX4" fmla="*/ 0 w 4207231"/>
              <a:gd name="connsiteY4" fmla="*/ 0 h 5687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7231" h="5687459">
                <a:moveTo>
                  <a:pt x="0" y="0"/>
                </a:moveTo>
                <a:lnTo>
                  <a:pt x="4207231" y="258"/>
                </a:lnTo>
                <a:lnTo>
                  <a:pt x="4207231" y="5687459"/>
                </a:lnTo>
                <a:lnTo>
                  <a:pt x="17236" y="5686427"/>
                </a:lnTo>
                <a:cubicBezTo>
                  <a:pt x="9576" y="3791037"/>
                  <a:pt x="7660" y="1895390"/>
                  <a:pt x="0" y="0"/>
                </a:cubicBezTo>
                <a:close/>
              </a:path>
            </a:pathLst>
          </a:cu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xmlns="" id="{1FFF5263-8C19-4573-8C94-FC74D1ED10D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561469">
            <a:off x="7347250" y="569415"/>
            <a:ext cx="4259614" cy="5705181"/>
          </a:xfrm>
          <a:custGeom>
            <a:avLst/>
            <a:gdLst>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0 w 4662328"/>
              <a:gd name="connsiteY84" fmla="*/ 3811601 h 5549975"/>
              <a:gd name="connsiteX85" fmla="*/ 110031 w 4662328"/>
              <a:gd name="connsiteY85" fmla="*/ 3811601 h 5549975"/>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110031 w 4662328"/>
              <a:gd name="connsiteY84" fmla="*/ 3811601 h 5549975"/>
              <a:gd name="connsiteX85" fmla="*/ 412307 w 4662328"/>
              <a:gd name="connsiteY85" fmla="*/ 0 h 5549975"/>
              <a:gd name="connsiteX0" fmla="*/ 302276 w 4552297"/>
              <a:gd name="connsiteY0" fmla="*/ 0 h 5549975"/>
              <a:gd name="connsiteX1" fmla="*/ 3304462 w 4552297"/>
              <a:gd name="connsiteY1" fmla="*/ 171842 h 5549975"/>
              <a:gd name="connsiteX2" fmla="*/ 4133273 w 4552297"/>
              <a:gd name="connsiteY2" fmla="*/ 226950 h 5549975"/>
              <a:gd name="connsiteX3" fmla="*/ 4506467 w 4552297"/>
              <a:gd name="connsiteY3" fmla="*/ 247374 h 5549975"/>
              <a:gd name="connsiteX4" fmla="*/ 4534346 w 4552297"/>
              <a:gd name="connsiteY4" fmla="*/ 269179 h 5549975"/>
              <a:gd name="connsiteX5" fmla="*/ 4532572 w 4552297"/>
              <a:gd name="connsiteY5" fmla="*/ 300930 h 5549975"/>
              <a:gd name="connsiteX6" fmla="*/ 4535494 w 4552297"/>
              <a:gd name="connsiteY6" fmla="*/ 302647 h 5549975"/>
              <a:gd name="connsiteX7" fmla="*/ 4551920 w 4552297"/>
              <a:gd name="connsiteY7" fmla="*/ 334222 h 5549975"/>
              <a:gd name="connsiteX8" fmla="*/ 4529659 w 4552297"/>
              <a:gd name="connsiteY8" fmla="*/ 391868 h 5549975"/>
              <a:gd name="connsiteX9" fmla="*/ 4526171 w 4552297"/>
              <a:gd name="connsiteY9" fmla="*/ 415489 h 5549975"/>
              <a:gd name="connsiteX10" fmla="*/ 4521066 w 4552297"/>
              <a:gd name="connsiteY10" fmla="*/ 506828 h 5549975"/>
              <a:gd name="connsiteX11" fmla="*/ 4520416 w 4552297"/>
              <a:gd name="connsiteY11" fmla="*/ 553245 h 5549975"/>
              <a:gd name="connsiteX12" fmla="*/ 4517317 w 4552297"/>
              <a:gd name="connsiteY12" fmla="*/ 581709 h 5549975"/>
              <a:gd name="connsiteX13" fmla="*/ 4516648 w 4552297"/>
              <a:gd name="connsiteY13" fmla="*/ 585890 h 5549975"/>
              <a:gd name="connsiteX14" fmla="*/ 4503711 w 4552297"/>
              <a:gd name="connsiteY14" fmla="*/ 817404 h 5549975"/>
              <a:gd name="connsiteX15" fmla="*/ 4505424 w 4552297"/>
              <a:gd name="connsiteY15" fmla="*/ 822238 h 5549975"/>
              <a:gd name="connsiteX16" fmla="*/ 4503273 w 4552297"/>
              <a:gd name="connsiteY16" fmla="*/ 846069 h 5549975"/>
              <a:gd name="connsiteX17" fmla="*/ 4501673 w 4552297"/>
              <a:gd name="connsiteY17" fmla="*/ 853854 h 5549975"/>
              <a:gd name="connsiteX18" fmla="*/ 4495435 w 4552297"/>
              <a:gd name="connsiteY18" fmla="*/ 965485 h 5549975"/>
              <a:gd name="connsiteX19" fmla="*/ 4497512 w 4552297"/>
              <a:gd name="connsiteY19" fmla="*/ 966385 h 5549975"/>
              <a:gd name="connsiteX20" fmla="*/ 4501631 w 4552297"/>
              <a:gd name="connsiteY20" fmla="*/ 1002567 h 5549975"/>
              <a:gd name="connsiteX21" fmla="*/ 4496833 w 4552297"/>
              <a:gd name="connsiteY21" fmla="*/ 1101094 h 5549975"/>
              <a:gd name="connsiteX22" fmla="*/ 4496728 w 4552297"/>
              <a:gd name="connsiteY22" fmla="*/ 1159389 h 5549975"/>
              <a:gd name="connsiteX23" fmla="*/ 4501031 w 4552297"/>
              <a:gd name="connsiteY23" fmla="*/ 1180505 h 5549975"/>
              <a:gd name="connsiteX24" fmla="*/ 4504121 w 4552297"/>
              <a:gd name="connsiteY24" fmla="*/ 1210687 h 5549975"/>
              <a:gd name="connsiteX25" fmla="*/ 4512938 w 4552297"/>
              <a:gd name="connsiteY25" fmla="*/ 1263157 h 5549975"/>
              <a:gd name="connsiteX26" fmla="*/ 4515215 w 4552297"/>
              <a:gd name="connsiteY26" fmla="*/ 1313374 h 5549975"/>
              <a:gd name="connsiteX27" fmla="*/ 4514335 w 4552297"/>
              <a:gd name="connsiteY27" fmla="*/ 1347004 h 5549975"/>
              <a:gd name="connsiteX28" fmla="*/ 4513872 w 4552297"/>
              <a:gd name="connsiteY28" fmla="*/ 1351864 h 5549975"/>
              <a:gd name="connsiteX29" fmla="*/ 4504753 w 4552297"/>
              <a:gd name="connsiteY29" fmla="*/ 1391762 h 5549975"/>
              <a:gd name="connsiteX30" fmla="*/ 4508017 w 4552297"/>
              <a:gd name="connsiteY30" fmla="*/ 1395707 h 5549975"/>
              <a:gd name="connsiteX31" fmla="*/ 4510859 w 4552297"/>
              <a:gd name="connsiteY31" fmla="*/ 1408524 h 5549975"/>
              <a:gd name="connsiteX32" fmla="*/ 4506118 w 4552297"/>
              <a:gd name="connsiteY32" fmla="*/ 1419109 h 5549975"/>
              <a:gd name="connsiteX33" fmla="*/ 4495934 w 4552297"/>
              <a:gd name="connsiteY33" fmla="*/ 1469337 h 5549975"/>
              <a:gd name="connsiteX34" fmla="*/ 4485037 w 4552297"/>
              <a:gd name="connsiteY34" fmla="*/ 1543038 h 5549975"/>
              <a:gd name="connsiteX35" fmla="*/ 4480156 w 4552297"/>
              <a:gd name="connsiteY35" fmla="*/ 1553997 h 5549975"/>
              <a:gd name="connsiteX36" fmla="*/ 4465728 w 4552297"/>
              <a:gd name="connsiteY36" fmla="*/ 1626071 h 5549975"/>
              <a:gd name="connsiteX37" fmla="*/ 4462013 w 4552297"/>
              <a:gd name="connsiteY37" fmla="*/ 1664103 h 5549975"/>
              <a:gd name="connsiteX38" fmla="*/ 4465673 w 4552297"/>
              <a:gd name="connsiteY38" fmla="*/ 1668558 h 5549975"/>
              <a:gd name="connsiteX39" fmla="*/ 4464023 w 4552297"/>
              <a:gd name="connsiteY39" fmla="*/ 1679756 h 5549975"/>
              <a:gd name="connsiteX40" fmla="*/ 4464435 w 4552297"/>
              <a:gd name="connsiteY40" fmla="*/ 1682815 h 5549975"/>
              <a:gd name="connsiteX41" fmla="*/ 4465946 w 4552297"/>
              <a:gd name="connsiteY41" fmla="*/ 1700268 h 5549975"/>
              <a:gd name="connsiteX42" fmla="*/ 4454476 w 4552297"/>
              <a:gd name="connsiteY42" fmla="*/ 1735163 h 5549975"/>
              <a:gd name="connsiteX43" fmla="*/ 4452416 w 4552297"/>
              <a:gd name="connsiteY43" fmla="*/ 1735289 h 5549975"/>
              <a:gd name="connsiteX44" fmla="*/ 4443918 w 4552297"/>
              <a:gd name="connsiteY44" fmla="*/ 1887374 h 5549975"/>
              <a:gd name="connsiteX45" fmla="*/ 4452609 w 4552297"/>
              <a:gd name="connsiteY45" fmla="*/ 1911536 h 5549975"/>
              <a:gd name="connsiteX46" fmla="*/ 4454887 w 4552297"/>
              <a:gd name="connsiteY46" fmla="*/ 1961755 h 5549975"/>
              <a:gd name="connsiteX47" fmla="*/ 4454006 w 4552297"/>
              <a:gd name="connsiteY47" fmla="*/ 1995384 h 5549975"/>
              <a:gd name="connsiteX48" fmla="*/ 4453544 w 4552297"/>
              <a:gd name="connsiteY48" fmla="*/ 2000244 h 5549975"/>
              <a:gd name="connsiteX49" fmla="*/ 4444424 w 4552297"/>
              <a:gd name="connsiteY49" fmla="*/ 2040142 h 5549975"/>
              <a:gd name="connsiteX50" fmla="*/ 4447689 w 4552297"/>
              <a:gd name="connsiteY50" fmla="*/ 2044087 h 5549975"/>
              <a:gd name="connsiteX51" fmla="*/ 4450530 w 4552297"/>
              <a:gd name="connsiteY51" fmla="*/ 2056904 h 5549975"/>
              <a:gd name="connsiteX52" fmla="*/ 4445789 w 4552297"/>
              <a:gd name="connsiteY52" fmla="*/ 2067489 h 5549975"/>
              <a:gd name="connsiteX53" fmla="*/ 4435605 w 4552297"/>
              <a:gd name="connsiteY53" fmla="*/ 2117719 h 5549975"/>
              <a:gd name="connsiteX54" fmla="*/ 4428274 w 4552297"/>
              <a:gd name="connsiteY54" fmla="*/ 2167300 h 5549975"/>
              <a:gd name="connsiteX55" fmla="*/ 4372191 w 4552297"/>
              <a:gd name="connsiteY55" fmla="*/ 3223633 h 5549975"/>
              <a:gd name="connsiteX56" fmla="*/ 4359405 w 4552297"/>
              <a:gd name="connsiteY56" fmla="*/ 3477281 h 5549975"/>
              <a:gd name="connsiteX57" fmla="*/ 4348320 w 4552297"/>
              <a:gd name="connsiteY57" fmla="*/ 3639984 h 5549975"/>
              <a:gd name="connsiteX58" fmla="*/ 4257559 w 4552297"/>
              <a:gd name="connsiteY58" fmla="*/ 5278921 h 5549975"/>
              <a:gd name="connsiteX59" fmla="*/ 4262857 w 4552297"/>
              <a:gd name="connsiteY59" fmla="*/ 5315626 h 5549975"/>
              <a:gd name="connsiteX60" fmla="*/ 4266391 w 4552297"/>
              <a:gd name="connsiteY60" fmla="*/ 5350090 h 5549975"/>
              <a:gd name="connsiteX61" fmla="*/ 4269223 w 4552297"/>
              <a:gd name="connsiteY61" fmla="*/ 5450399 h 5549975"/>
              <a:gd name="connsiteX62" fmla="*/ 4250666 w 4552297"/>
              <a:gd name="connsiteY62" fmla="*/ 5484804 h 5549975"/>
              <a:gd name="connsiteX63" fmla="*/ 4246014 w 4552297"/>
              <a:gd name="connsiteY63" fmla="*/ 5487504 h 5549975"/>
              <a:gd name="connsiteX64" fmla="*/ 4242557 w 4552297"/>
              <a:gd name="connsiteY64" fmla="*/ 5549951 h 5549975"/>
              <a:gd name="connsiteX65" fmla="*/ 11873 w 4552297"/>
              <a:gd name="connsiteY65" fmla="*/ 5314089 h 5549975"/>
              <a:gd name="connsiteX66" fmla="*/ 15679 w 4552297"/>
              <a:gd name="connsiteY66" fmla="*/ 5243704 h 5549975"/>
              <a:gd name="connsiteX67" fmla="*/ 3174 w 4552297"/>
              <a:gd name="connsiteY67" fmla="*/ 5239903 h 5549975"/>
              <a:gd name="connsiteX68" fmla="*/ 7394 w 4552297"/>
              <a:gd name="connsiteY68" fmla="*/ 5233298 h 5549975"/>
              <a:gd name="connsiteX69" fmla="*/ 7663 w 4552297"/>
              <a:gd name="connsiteY69" fmla="*/ 5230552 h 5549975"/>
              <a:gd name="connsiteX70" fmla="*/ 7933 w 4552297"/>
              <a:gd name="connsiteY70" fmla="*/ 5227804 h 5549975"/>
              <a:gd name="connsiteX71" fmla="*/ 8470 w 4552297"/>
              <a:gd name="connsiteY71" fmla="*/ 5222308 h 5549975"/>
              <a:gd name="connsiteX72" fmla="*/ 8155 w 4552297"/>
              <a:gd name="connsiteY72" fmla="*/ 5216405 h 5549975"/>
              <a:gd name="connsiteX73" fmla="*/ 7571 w 4552297"/>
              <a:gd name="connsiteY73" fmla="*/ 5213249 h 5549975"/>
              <a:gd name="connsiteX74" fmla="*/ 7840 w 4552297"/>
              <a:gd name="connsiteY74" fmla="*/ 5210500 h 5549975"/>
              <a:gd name="connsiteX75" fmla="*/ 7524 w 4552297"/>
              <a:gd name="connsiteY75" fmla="*/ 5204597 h 5549975"/>
              <a:gd name="connsiteX76" fmla="*/ 6941 w 4552297"/>
              <a:gd name="connsiteY76" fmla="*/ 5201441 h 5549975"/>
              <a:gd name="connsiteX77" fmla="*/ 6311 w 4552297"/>
              <a:gd name="connsiteY77" fmla="*/ 5189632 h 5549975"/>
              <a:gd name="connsiteX78" fmla="*/ 5727 w 4552297"/>
              <a:gd name="connsiteY78" fmla="*/ 5186477 h 5549975"/>
              <a:gd name="connsiteX79" fmla="*/ 5995 w 4552297"/>
              <a:gd name="connsiteY79" fmla="*/ 5183728 h 5549975"/>
              <a:gd name="connsiteX80" fmla="*/ 4560 w 4552297"/>
              <a:gd name="connsiteY80" fmla="*/ 5180163 h 5549975"/>
              <a:gd name="connsiteX81" fmla="*/ 21055 w 4552297"/>
              <a:gd name="connsiteY81" fmla="*/ 5144275 h 5549975"/>
              <a:gd name="connsiteX82" fmla="*/ 42491 w 4552297"/>
              <a:gd name="connsiteY82" fmla="*/ 4747825 h 5549975"/>
              <a:gd name="connsiteX83" fmla="*/ 0 w 4552297"/>
              <a:gd name="connsiteY83" fmla="*/ 3811601 h 5549975"/>
              <a:gd name="connsiteX84" fmla="*/ 302276 w 4552297"/>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218499 w 4549123"/>
              <a:gd name="connsiteY83" fmla="*/ 3822685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74412 w 4549123"/>
              <a:gd name="connsiteY83" fmla="*/ 3839310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74412 w 4549123"/>
              <a:gd name="connsiteY82" fmla="*/ 3839310 h 5549975"/>
              <a:gd name="connsiteX83" fmla="*/ 299102 w 4549123"/>
              <a:gd name="connsiteY83"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6798 w 4549123"/>
              <a:gd name="connsiteY81" fmla="*/ 5116566 h 5549975"/>
              <a:gd name="connsiteX82" fmla="*/ 74412 w 4549123"/>
              <a:gd name="connsiteY82" fmla="*/ 3839310 h 5549975"/>
              <a:gd name="connsiteX83" fmla="*/ 299102 w 4549123"/>
              <a:gd name="connsiteY83" fmla="*/ 0 h 5549975"/>
              <a:gd name="connsiteX0" fmla="*/ 304427 w 4554448"/>
              <a:gd name="connsiteY0" fmla="*/ 0 h 5549970"/>
              <a:gd name="connsiteX1" fmla="*/ 3306613 w 4554448"/>
              <a:gd name="connsiteY1" fmla="*/ 171842 h 5549970"/>
              <a:gd name="connsiteX2" fmla="*/ 4135424 w 4554448"/>
              <a:gd name="connsiteY2" fmla="*/ 226950 h 5549970"/>
              <a:gd name="connsiteX3" fmla="*/ 4508618 w 4554448"/>
              <a:gd name="connsiteY3" fmla="*/ 247374 h 5549970"/>
              <a:gd name="connsiteX4" fmla="*/ 4536497 w 4554448"/>
              <a:gd name="connsiteY4" fmla="*/ 269179 h 5549970"/>
              <a:gd name="connsiteX5" fmla="*/ 4534723 w 4554448"/>
              <a:gd name="connsiteY5" fmla="*/ 300930 h 5549970"/>
              <a:gd name="connsiteX6" fmla="*/ 4537645 w 4554448"/>
              <a:gd name="connsiteY6" fmla="*/ 302647 h 5549970"/>
              <a:gd name="connsiteX7" fmla="*/ 4554071 w 4554448"/>
              <a:gd name="connsiteY7" fmla="*/ 334222 h 5549970"/>
              <a:gd name="connsiteX8" fmla="*/ 4531810 w 4554448"/>
              <a:gd name="connsiteY8" fmla="*/ 391868 h 5549970"/>
              <a:gd name="connsiteX9" fmla="*/ 4528322 w 4554448"/>
              <a:gd name="connsiteY9" fmla="*/ 415489 h 5549970"/>
              <a:gd name="connsiteX10" fmla="*/ 4523217 w 4554448"/>
              <a:gd name="connsiteY10" fmla="*/ 506828 h 5549970"/>
              <a:gd name="connsiteX11" fmla="*/ 4522567 w 4554448"/>
              <a:gd name="connsiteY11" fmla="*/ 553245 h 5549970"/>
              <a:gd name="connsiteX12" fmla="*/ 4519468 w 4554448"/>
              <a:gd name="connsiteY12" fmla="*/ 581709 h 5549970"/>
              <a:gd name="connsiteX13" fmla="*/ 4518799 w 4554448"/>
              <a:gd name="connsiteY13" fmla="*/ 585890 h 5549970"/>
              <a:gd name="connsiteX14" fmla="*/ 4505862 w 4554448"/>
              <a:gd name="connsiteY14" fmla="*/ 817404 h 5549970"/>
              <a:gd name="connsiteX15" fmla="*/ 4507575 w 4554448"/>
              <a:gd name="connsiteY15" fmla="*/ 822238 h 5549970"/>
              <a:gd name="connsiteX16" fmla="*/ 4505424 w 4554448"/>
              <a:gd name="connsiteY16" fmla="*/ 846069 h 5549970"/>
              <a:gd name="connsiteX17" fmla="*/ 4503824 w 4554448"/>
              <a:gd name="connsiteY17" fmla="*/ 853854 h 5549970"/>
              <a:gd name="connsiteX18" fmla="*/ 4497586 w 4554448"/>
              <a:gd name="connsiteY18" fmla="*/ 965485 h 5549970"/>
              <a:gd name="connsiteX19" fmla="*/ 4499663 w 4554448"/>
              <a:gd name="connsiteY19" fmla="*/ 966385 h 5549970"/>
              <a:gd name="connsiteX20" fmla="*/ 4503782 w 4554448"/>
              <a:gd name="connsiteY20" fmla="*/ 1002567 h 5549970"/>
              <a:gd name="connsiteX21" fmla="*/ 4498984 w 4554448"/>
              <a:gd name="connsiteY21" fmla="*/ 1101094 h 5549970"/>
              <a:gd name="connsiteX22" fmla="*/ 4498879 w 4554448"/>
              <a:gd name="connsiteY22" fmla="*/ 1159389 h 5549970"/>
              <a:gd name="connsiteX23" fmla="*/ 4503182 w 4554448"/>
              <a:gd name="connsiteY23" fmla="*/ 1180505 h 5549970"/>
              <a:gd name="connsiteX24" fmla="*/ 4506272 w 4554448"/>
              <a:gd name="connsiteY24" fmla="*/ 1210687 h 5549970"/>
              <a:gd name="connsiteX25" fmla="*/ 4515089 w 4554448"/>
              <a:gd name="connsiteY25" fmla="*/ 1263157 h 5549970"/>
              <a:gd name="connsiteX26" fmla="*/ 4517366 w 4554448"/>
              <a:gd name="connsiteY26" fmla="*/ 1313374 h 5549970"/>
              <a:gd name="connsiteX27" fmla="*/ 4516486 w 4554448"/>
              <a:gd name="connsiteY27" fmla="*/ 1347004 h 5549970"/>
              <a:gd name="connsiteX28" fmla="*/ 4516023 w 4554448"/>
              <a:gd name="connsiteY28" fmla="*/ 1351864 h 5549970"/>
              <a:gd name="connsiteX29" fmla="*/ 4506904 w 4554448"/>
              <a:gd name="connsiteY29" fmla="*/ 1391762 h 5549970"/>
              <a:gd name="connsiteX30" fmla="*/ 4510168 w 4554448"/>
              <a:gd name="connsiteY30" fmla="*/ 1395707 h 5549970"/>
              <a:gd name="connsiteX31" fmla="*/ 4513010 w 4554448"/>
              <a:gd name="connsiteY31" fmla="*/ 1408524 h 5549970"/>
              <a:gd name="connsiteX32" fmla="*/ 4508269 w 4554448"/>
              <a:gd name="connsiteY32" fmla="*/ 1419109 h 5549970"/>
              <a:gd name="connsiteX33" fmla="*/ 4498085 w 4554448"/>
              <a:gd name="connsiteY33" fmla="*/ 1469337 h 5549970"/>
              <a:gd name="connsiteX34" fmla="*/ 4487188 w 4554448"/>
              <a:gd name="connsiteY34" fmla="*/ 1543038 h 5549970"/>
              <a:gd name="connsiteX35" fmla="*/ 4482307 w 4554448"/>
              <a:gd name="connsiteY35" fmla="*/ 1553997 h 5549970"/>
              <a:gd name="connsiteX36" fmla="*/ 4467879 w 4554448"/>
              <a:gd name="connsiteY36" fmla="*/ 1626071 h 5549970"/>
              <a:gd name="connsiteX37" fmla="*/ 4464164 w 4554448"/>
              <a:gd name="connsiteY37" fmla="*/ 1664103 h 5549970"/>
              <a:gd name="connsiteX38" fmla="*/ 4467824 w 4554448"/>
              <a:gd name="connsiteY38" fmla="*/ 1668558 h 5549970"/>
              <a:gd name="connsiteX39" fmla="*/ 4466174 w 4554448"/>
              <a:gd name="connsiteY39" fmla="*/ 1679756 h 5549970"/>
              <a:gd name="connsiteX40" fmla="*/ 4466586 w 4554448"/>
              <a:gd name="connsiteY40" fmla="*/ 1682815 h 5549970"/>
              <a:gd name="connsiteX41" fmla="*/ 4468097 w 4554448"/>
              <a:gd name="connsiteY41" fmla="*/ 1700268 h 5549970"/>
              <a:gd name="connsiteX42" fmla="*/ 4456627 w 4554448"/>
              <a:gd name="connsiteY42" fmla="*/ 1735163 h 5549970"/>
              <a:gd name="connsiteX43" fmla="*/ 4454567 w 4554448"/>
              <a:gd name="connsiteY43" fmla="*/ 1735289 h 5549970"/>
              <a:gd name="connsiteX44" fmla="*/ 4446069 w 4554448"/>
              <a:gd name="connsiteY44" fmla="*/ 1887374 h 5549970"/>
              <a:gd name="connsiteX45" fmla="*/ 4454760 w 4554448"/>
              <a:gd name="connsiteY45" fmla="*/ 1911536 h 5549970"/>
              <a:gd name="connsiteX46" fmla="*/ 4457038 w 4554448"/>
              <a:gd name="connsiteY46" fmla="*/ 1961755 h 5549970"/>
              <a:gd name="connsiteX47" fmla="*/ 4456157 w 4554448"/>
              <a:gd name="connsiteY47" fmla="*/ 1995384 h 5549970"/>
              <a:gd name="connsiteX48" fmla="*/ 4455695 w 4554448"/>
              <a:gd name="connsiteY48" fmla="*/ 2000244 h 5549970"/>
              <a:gd name="connsiteX49" fmla="*/ 4446575 w 4554448"/>
              <a:gd name="connsiteY49" fmla="*/ 2040142 h 5549970"/>
              <a:gd name="connsiteX50" fmla="*/ 4449840 w 4554448"/>
              <a:gd name="connsiteY50" fmla="*/ 2044087 h 5549970"/>
              <a:gd name="connsiteX51" fmla="*/ 4452681 w 4554448"/>
              <a:gd name="connsiteY51" fmla="*/ 2056904 h 5549970"/>
              <a:gd name="connsiteX52" fmla="*/ 4447940 w 4554448"/>
              <a:gd name="connsiteY52" fmla="*/ 2067489 h 5549970"/>
              <a:gd name="connsiteX53" fmla="*/ 4437756 w 4554448"/>
              <a:gd name="connsiteY53" fmla="*/ 2117719 h 5549970"/>
              <a:gd name="connsiteX54" fmla="*/ 4430425 w 4554448"/>
              <a:gd name="connsiteY54" fmla="*/ 2167300 h 5549970"/>
              <a:gd name="connsiteX55" fmla="*/ 4374342 w 4554448"/>
              <a:gd name="connsiteY55" fmla="*/ 3223633 h 5549970"/>
              <a:gd name="connsiteX56" fmla="*/ 4361556 w 4554448"/>
              <a:gd name="connsiteY56" fmla="*/ 3477281 h 5549970"/>
              <a:gd name="connsiteX57" fmla="*/ 4350471 w 4554448"/>
              <a:gd name="connsiteY57" fmla="*/ 3639984 h 5549970"/>
              <a:gd name="connsiteX58" fmla="*/ 4259710 w 4554448"/>
              <a:gd name="connsiteY58" fmla="*/ 5278921 h 5549970"/>
              <a:gd name="connsiteX59" fmla="*/ 4265008 w 4554448"/>
              <a:gd name="connsiteY59" fmla="*/ 5315626 h 5549970"/>
              <a:gd name="connsiteX60" fmla="*/ 4268542 w 4554448"/>
              <a:gd name="connsiteY60" fmla="*/ 5350090 h 5549970"/>
              <a:gd name="connsiteX61" fmla="*/ 4271374 w 4554448"/>
              <a:gd name="connsiteY61" fmla="*/ 5450399 h 5549970"/>
              <a:gd name="connsiteX62" fmla="*/ 4252817 w 4554448"/>
              <a:gd name="connsiteY62" fmla="*/ 5484804 h 5549970"/>
              <a:gd name="connsiteX63" fmla="*/ 4248165 w 4554448"/>
              <a:gd name="connsiteY63" fmla="*/ 5487504 h 5549970"/>
              <a:gd name="connsiteX64" fmla="*/ 4244708 w 4554448"/>
              <a:gd name="connsiteY64" fmla="*/ 5549951 h 5549970"/>
              <a:gd name="connsiteX65" fmla="*/ 0 w 4554448"/>
              <a:gd name="connsiteY65" fmla="*/ 5272016 h 5549970"/>
              <a:gd name="connsiteX66" fmla="*/ 17830 w 4554448"/>
              <a:gd name="connsiteY66" fmla="*/ 5243704 h 5549970"/>
              <a:gd name="connsiteX67" fmla="*/ 5325 w 4554448"/>
              <a:gd name="connsiteY67" fmla="*/ 5239903 h 5549970"/>
              <a:gd name="connsiteX68" fmla="*/ 9545 w 4554448"/>
              <a:gd name="connsiteY68" fmla="*/ 5233298 h 5549970"/>
              <a:gd name="connsiteX69" fmla="*/ 9814 w 4554448"/>
              <a:gd name="connsiteY69" fmla="*/ 5230552 h 5549970"/>
              <a:gd name="connsiteX70" fmla="*/ 10084 w 4554448"/>
              <a:gd name="connsiteY70" fmla="*/ 5227804 h 5549970"/>
              <a:gd name="connsiteX71" fmla="*/ 10621 w 4554448"/>
              <a:gd name="connsiteY71" fmla="*/ 5222308 h 5549970"/>
              <a:gd name="connsiteX72" fmla="*/ 10306 w 4554448"/>
              <a:gd name="connsiteY72" fmla="*/ 5216405 h 5549970"/>
              <a:gd name="connsiteX73" fmla="*/ 9722 w 4554448"/>
              <a:gd name="connsiteY73" fmla="*/ 5213249 h 5549970"/>
              <a:gd name="connsiteX74" fmla="*/ 9991 w 4554448"/>
              <a:gd name="connsiteY74" fmla="*/ 5210500 h 5549970"/>
              <a:gd name="connsiteX75" fmla="*/ 9675 w 4554448"/>
              <a:gd name="connsiteY75" fmla="*/ 5204597 h 5549970"/>
              <a:gd name="connsiteX76" fmla="*/ 9092 w 4554448"/>
              <a:gd name="connsiteY76" fmla="*/ 5201441 h 5549970"/>
              <a:gd name="connsiteX77" fmla="*/ 8462 w 4554448"/>
              <a:gd name="connsiteY77" fmla="*/ 5189632 h 5549970"/>
              <a:gd name="connsiteX78" fmla="*/ 7878 w 4554448"/>
              <a:gd name="connsiteY78" fmla="*/ 5186477 h 5549970"/>
              <a:gd name="connsiteX79" fmla="*/ 8146 w 4554448"/>
              <a:gd name="connsiteY79" fmla="*/ 5183728 h 5549970"/>
              <a:gd name="connsiteX80" fmla="*/ 6711 w 4554448"/>
              <a:gd name="connsiteY80" fmla="*/ 5180163 h 5549970"/>
              <a:gd name="connsiteX81" fmla="*/ 12123 w 4554448"/>
              <a:gd name="connsiteY81" fmla="*/ 5116566 h 5549970"/>
              <a:gd name="connsiteX82" fmla="*/ 79737 w 4554448"/>
              <a:gd name="connsiteY82" fmla="*/ 3839310 h 5549970"/>
              <a:gd name="connsiteX83" fmla="*/ 304427 w 4554448"/>
              <a:gd name="connsiteY83" fmla="*/ 0 h 5549970"/>
              <a:gd name="connsiteX0" fmla="*/ 338086 w 4588107"/>
              <a:gd name="connsiteY0" fmla="*/ 0 h 5549995"/>
              <a:gd name="connsiteX1" fmla="*/ 3340272 w 4588107"/>
              <a:gd name="connsiteY1" fmla="*/ 171842 h 5549995"/>
              <a:gd name="connsiteX2" fmla="*/ 4169083 w 4588107"/>
              <a:gd name="connsiteY2" fmla="*/ 226950 h 5549995"/>
              <a:gd name="connsiteX3" fmla="*/ 4542277 w 4588107"/>
              <a:gd name="connsiteY3" fmla="*/ 247374 h 5549995"/>
              <a:gd name="connsiteX4" fmla="*/ 4570156 w 4588107"/>
              <a:gd name="connsiteY4" fmla="*/ 269179 h 5549995"/>
              <a:gd name="connsiteX5" fmla="*/ 4568382 w 4588107"/>
              <a:gd name="connsiteY5" fmla="*/ 300930 h 5549995"/>
              <a:gd name="connsiteX6" fmla="*/ 4571304 w 4588107"/>
              <a:gd name="connsiteY6" fmla="*/ 302647 h 5549995"/>
              <a:gd name="connsiteX7" fmla="*/ 4587730 w 4588107"/>
              <a:gd name="connsiteY7" fmla="*/ 334222 h 5549995"/>
              <a:gd name="connsiteX8" fmla="*/ 4565469 w 4588107"/>
              <a:gd name="connsiteY8" fmla="*/ 391868 h 5549995"/>
              <a:gd name="connsiteX9" fmla="*/ 4561981 w 4588107"/>
              <a:gd name="connsiteY9" fmla="*/ 415489 h 5549995"/>
              <a:gd name="connsiteX10" fmla="*/ 4556876 w 4588107"/>
              <a:gd name="connsiteY10" fmla="*/ 506828 h 5549995"/>
              <a:gd name="connsiteX11" fmla="*/ 4556226 w 4588107"/>
              <a:gd name="connsiteY11" fmla="*/ 553245 h 5549995"/>
              <a:gd name="connsiteX12" fmla="*/ 4553127 w 4588107"/>
              <a:gd name="connsiteY12" fmla="*/ 581709 h 5549995"/>
              <a:gd name="connsiteX13" fmla="*/ 4552458 w 4588107"/>
              <a:gd name="connsiteY13" fmla="*/ 585890 h 5549995"/>
              <a:gd name="connsiteX14" fmla="*/ 4539521 w 4588107"/>
              <a:gd name="connsiteY14" fmla="*/ 817404 h 5549995"/>
              <a:gd name="connsiteX15" fmla="*/ 4541234 w 4588107"/>
              <a:gd name="connsiteY15" fmla="*/ 822238 h 5549995"/>
              <a:gd name="connsiteX16" fmla="*/ 4539083 w 4588107"/>
              <a:gd name="connsiteY16" fmla="*/ 846069 h 5549995"/>
              <a:gd name="connsiteX17" fmla="*/ 4537483 w 4588107"/>
              <a:gd name="connsiteY17" fmla="*/ 853854 h 5549995"/>
              <a:gd name="connsiteX18" fmla="*/ 4531245 w 4588107"/>
              <a:gd name="connsiteY18" fmla="*/ 965485 h 5549995"/>
              <a:gd name="connsiteX19" fmla="*/ 4533322 w 4588107"/>
              <a:gd name="connsiteY19" fmla="*/ 966385 h 5549995"/>
              <a:gd name="connsiteX20" fmla="*/ 4537441 w 4588107"/>
              <a:gd name="connsiteY20" fmla="*/ 1002567 h 5549995"/>
              <a:gd name="connsiteX21" fmla="*/ 4532643 w 4588107"/>
              <a:gd name="connsiteY21" fmla="*/ 1101094 h 5549995"/>
              <a:gd name="connsiteX22" fmla="*/ 4532538 w 4588107"/>
              <a:gd name="connsiteY22" fmla="*/ 1159389 h 5549995"/>
              <a:gd name="connsiteX23" fmla="*/ 4536841 w 4588107"/>
              <a:gd name="connsiteY23" fmla="*/ 1180505 h 5549995"/>
              <a:gd name="connsiteX24" fmla="*/ 4539931 w 4588107"/>
              <a:gd name="connsiteY24" fmla="*/ 1210687 h 5549995"/>
              <a:gd name="connsiteX25" fmla="*/ 4548748 w 4588107"/>
              <a:gd name="connsiteY25" fmla="*/ 1263157 h 5549995"/>
              <a:gd name="connsiteX26" fmla="*/ 4551025 w 4588107"/>
              <a:gd name="connsiteY26" fmla="*/ 1313374 h 5549995"/>
              <a:gd name="connsiteX27" fmla="*/ 4550145 w 4588107"/>
              <a:gd name="connsiteY27" fmla="*/ 1347004 h 5549995"/>
              <a:gd name="connsiteX28" fmla="*/ 4549682 w 4588107"/>
              <a:gd name="connsiteY28" fmla="*/ 1351864 h 5549995"/>
              <a:gd name="connsiteX29" fmla="*/ 4540563 w 4588107"/>
              <a:gd name="connsiteY29" fmla="*/ 1391762 h 5549995"/>
              <a:gd name="connsiteX30" fmla="*/ 4543827 w 4588107"/>
              <a:gd name="connsiteY30" fmla="*/ 1395707 h 5549995"/>
              <a:gd name="connsiteX31" fmla="*/ 4546669 w 4588107"/>
              <a:gd name="connsiteY31" fmla="*/ 1408524 h 5549995"/>
              <a:gd name="connsiteX32" fmla="*/ 4541928 w 4588107"/>
              <a:gd name="connsiteY32" fmla="*/ 1419109 h 5549995"/>
              <a:gd name="connsiteX33" fmla="*/ 4531744 w 4588107"/>
              <a:gd name="connsiteY33" fmla="*/ 1469337 h 5549995"/>
              <a:gd name="connsiteX34" fmla="*/ 4520847 w 4588107"/>
              <a:gd name="connsiteY34" fmla="*/ 1543038 h 5549995"/>
              <a:gd name="connsiteX35" fmla="*/ 4515966 w 4588107"/>
              <a:gd name="connsiteY35" fmla="*/ 1553997 h 5549995"/>
              <a:gd name="connsiteX36" fmla="*/ 4501538 w 4588107"/>
              <a:gd name="connsiteY36" fmla="*/ 1626071 h 5549995"/>
              <a:gd name="connsiteX37" fmla="*/ 4497823 w 4588107"/>
              <a:gd name="connsiteY37" fmla="*/ 1664103 h 5549995"/>
              <a:gd name="connsiteX38" fmla="*/ 4501483 w 4588107"/>
              <a:gd name="connsiteY38" fmla="*/ 1668558 h 5549995"/>
              <a:gd name="connsiteX39" fmla="*/ 4499833 w 4588107"/>
              <a:gd name="connsiteY39" fmla="*/ 1679756 h 5549995"/>
              <a:gd name="connsiteX40" fmla="*/ 4500245 w 4588107"/>
              <a:gd name="connsiteY40" fmla="*/ 1682815 h 5549995"/>
              <a:gd name="connsiteX41" fmla="*/ 4501756 w 4588107"/>
              <a:gd name="connsiteY41" fmla="*/ 1700268 h 5549995"/>
              <a:gd name="connsiteX42" fmla="*/ 4490286 w 4588107"/>
              <a:gd name="connsiteY42" fmla="*/ 1735163 h 5549995"/>
              <a:gd name="connsiteX43" fmla="*/ 4488226 w 4588107"/>
              <a:gd name="connsiteY43" fmla="*/ 1735289 h 5549995"/>
              <a:gd name="connsiteX44" fmla="*/ 4479728 w 4588107"/>
              <a:gd name="connsiteY44" fmla="*/ 1887374 h 5549995"/>
              <a:gd name="connsiteX45" fmla="*/ 4488419 w 4588107"/>
              <a:gd name="connsiteY45" fmla="*/ 1911536 h 5549995"/>
              <a:gd name="connsiteX46" fmla="*/ 4490697 w 4588107"/>
              <a:gd name="connsiteY46" fmla="*/ 1961755 h 5549995"/>
              <a:gd name="connsiteX47" fmla="*/ 4489816 w 4588107"/>
              <a:gd name="connsiteY47" fmla="*/ 1995384 h 5549995"/>
              <a:gd name="connsiteX48" fmla="*/ 4489354 w 4588107"/>
              <a:gd name="connsiteY48" fmla="*/ 2000244 h 5549995"/>
              <a:gd name="connsiteX49" fmla="*/ 4480234 w 4588107"/>
              <a:gd name="connsiteY49" fmla="*/ 2040142 h 5549995"/>
              <a:gd name="connsiteX50" fmla="*/ 4483499 w 4588107"/>
              <a:gd name="connsiteY50" fmla="*/ 2044087 h 5549995"/>
              <a:gd name="connsiteX51" fmla="*/ 4486340 w 4588107"/>
              <a:gd name="connsiteY51" fmla="*/ 2056904 h 5549995"/>
              <a:gd name="connsiteX52" fmla="*/ 4481599 w 4588107"/>
              <a:gd name="connsiteY52" fmla="*/ 2067489 h 5549995"/>
              <a:gd name="connsiteX53" fmla="*/ 4471415 w 4588107"/>
              <a:gd name="connsiteY53" fmla="*/ 2117719 h 5549995"/>
              <a:gd name="connsiteX54" fmla="*/ 4464084 w 4588107"/>
              <a:gd name="connsiteY54" fmla="*/ 2167300 h 5549995"/>
              <a:gd name="connsiteX55" fmla="*/ 4408001 w 4588107"/>
              <a:gd name="connsiteY55" fmla="*/ 3223633 h 5549995"/>
              <a:gd name="connsiteX56" fmla="*/ 4395215 w 4588107"/>
              <a:gd name="connsiteY56" fmla="*/ 3477281 h 5549995"/>
              <a:gd name="connsiteX57" fmla="*/ 4384130 w 4588107"/>
              <a:gd name="connsiteY57" fmla="*/ 3639984 h 5549995"/>
              <a:gd name="connsiteX58" fmla="*/ 4293369 w 4588107"/>
              <a:gd name="connsiteY58" fmla="*/ 5278921 h 5549995"/>
              <a:gd name="connsiteX59" fmla="*/ 4298667 w 4588107"/>
              <a:gd name="connsiteY59" fmla="*/ 5315626 h 5549995"/>
              <a:gd name="connsiteX60" fmla="*/ 4302201 w 4588107"/>
              <a:gd name="connsiteY60" fmla="*/ 5350090 h 5549995"/>
              <a:gd name="connsiteX61" fmla="*/ 4305033 w 4588107"/>
              <a:gd name="connsiteY61" fmla="*/ 5450399 h 5549995"/>
              <a:gd name="connsiteX62" fmla="*/ 4286476 w 4588107"/>
              <a:gd name="connsiteY62" fmla="*/ 5484804 h 5549995"/>
              <a:gd name="connsiteX63" fmla="*/ 4281824 w 4588107"/>
              <a:gd name="connsiteY63" fmla="*/ 5487504 h 5549995"/>
              <a:gd name="connsiteX64" fmla="*/ 4278367 w 4588107"/>
              <a:gd name="connsiteY64" fmla="*/ 5549951 h 5549995"/>
              <a:gd name="connsiteX65" fmla="*/ 0 w 4588107"/>
              <a:gd name="connsiteY65" fmla="*/ 5387017 h 5549995"/>
              <a:gd name="connsiteX66" fmla="*/ 51489 w 4588107"/>
              <a:gd name="connsiteY66" fmla="*/ 5243704 h 5549995"/>
              <a:gd name="connsiteX67" fmla="*/ 38984 w 4588107"/>
              <a:gd name="connsiteY67" fmla="*/ 5239903 h 5549995"/>
              <a:gd name="connsiteX68" fmla="*/ 43204 w 4588107"/>
              <a:gd name="connsiteY68" fmla="*/ 5233298 h 5549995"/>
              <a:gd name="connsiteX69" fmla="*/ 43473 w 4588107"/>
              <a:gd name="connsiteY69" fmla="*/ 5230552 h 5549995"/>
              <a:gd name="connsiteX70" fmla="*/ 43743 w 4588107"/>
              <a:gd name="connsiteY70" fmla="*/ 5227804 h 5549995"/>
              <a:gd name="connsiteX71" fmla="*/ 44280 w 4588107"/>
              <a:gd name="connsiteY71" fmla="*/ 5222308 h 5549995"/>
              <a:gd name="connsiteX72" fmla="*/ 43965 w 4588107"/>
              <a:gd name="connsiteY72" fmla="*/ 5216405 h 5549995"/>
              <a:gd name="connsiteX73" fmla="*/ 43381 w 4588107"/>
              <a:gd name="connsiteY73" fmla="*/ 5213249 h 5549995"/>
              <a:gd name="connsiteX74" fmla="*/ 43650 w 4588107"/>
              <a:gd name="connsiteY74" fmla="*/ 5210500 h 5549995"/>
              <a:gd name="connsiteX75" fmla="*/ 43334 w 4588107"/>
              <a:gd name="connsiteY75" fmla="*/ 5204597 h 5549995"/>
              <a:gd name="connsiteX76" fmla="*/ 42751 w 4588107"/>
              <a:gd name="connsiteY76" fmla="*/ 5201441 h 5549995"/>
              <a:gd name="connsiteX77" fmla="*/ 42121 w 4588107"/>
              <a:gd name="connsiteY77" fmla="*/ 5189632 h 5549995"/>
              <a:gd name="connsiteX78" fmla="*/ 41537 w 4588107"/>
              <a:gd name="connsiteY78" fmla="*/ 5186477 h 5549995"/>
              <a:gd name="connsiteX79" fmla="*/ 41805 w 4588107"/>
              <a:gd name="connsiteY79" fmla="*/ 5183728 h 5549995"/>
              <a:gd name="connsiteX80" fmla="*/ 40370 w 4588107"/>
              <a:gd name="connsiteY80" fmla="*/ 5180163 h 5549995"/>
              <a:gd name="connsiteX81" fmla="*/ 45782 w 4588107"/>
              <a:gd name="connsiteY81" fmla="*/ 5116566 h 5549995"/>
              <a:gd name="connsiteX82" fmla="*/ 113396 w 4588107"/>
              <a:gd name="connsiteY82" fmla="*/ 3839310 h 5549995"/>
              <a:gd name="connsiteX83" fmla="*/ 338086 w 4588107"/>
              <a:gd name="connsiteY83" fmla="*/ 0 h 5549995"/>
              <a:gd name="connsiteX0" fmla="*/ 299102 w 4549123"/>
              <a:gd name="connsiteY0" fmla="*/ 0 h 5549966"/>
              <a:gd name="connsiteX1" fmla="*/ 3301288 w 4549123"/>
              <a:gd name="connsiteY1" fmla="*/ 171842 h 5549966"/>
              <a:gd name="connsiteX2" fmla="*/ 4130099 w 4549123"/>
              <a:gd name="connsiteY2" fmla="*/ 226950 h 5549966"/>
              <a:gd name="connsiteX3" fmla="*/ 4503293 w 4549123"/>
              <a:gd name="connsiteY3" fmla="*/ 247374 h 5549966"/>
              <a:gd name="connsiteX4" fmla="*/ 4531172 w 4549123"/>
              <a:gd name="connsiteY4" fmla="*/ 269179 h 5549966"/>
              <a:gd name="connsiteX5" fmla="*/ 4529398 w 4549123"/>
              <a:gd name="connsiteY5" fmla="*/ 300930 h 5549966"/>
              <a:gd name="connsiteX6" fmla="*/ 4532320 w 4549123"/>
              <a:gd name="connsiteY6" fmla="*/ 302647 h 5549966"/>
              <a:gd name="connsiteX7" fmla="*/ 4548746 w 4549123"/>
              <a:gd name="connsiteY7" fmla="*/ 334222 h 5549966"/>
              <a:gd name="connsiteX8" fmla="*/ 4526485 w 4549123"/>
              <a:gd name="connsiteY8" fmla="*/ 391868 h 5549966"/>
              <a:gd name="connsiteX9" fmla="*/ 4522997 w 4549123"/>
              <a:gd name="connsiteY9" fmla="*/ 415489 h 5549966"/>
              <a:gd name="connsiteX10" fmla="*/ 4517892 w 4549123"/>
              <a:gd name="connsiteY10" fmla="*/ 506828 h 5549966"/>
              <a:gd name="connsiteX11" fmla="*/ 4517242 w 4549123"/>
              <a:gd name="connsiteY11" fmla="*/ 553245 h 5549966"/>
              <a:gd name="connsiteX12" fmla="*/ 4514143 w 4549123"/>
              <a:gd name="connsiteY12" fmla="*/ 581709 h 5549966"/>
              <a:gd name="connsiteX13" fmla="*/ 4513474 w 4549123"/>
              <a:gd name="connsiteY13" fmla="*/ 585890 h 5549966"/>
              <a:gd name="connsiteX14" fmla="*/ 4500537 w 4549123"/>
              <a:gd name="connsiteY14" fmla="*/ 817404 h 5549966"/>
              <a:gd name="connsiteX15" fmla="*/ 4502250 w 4549123"/>
              <a:gd name="connsiteY15" fmla="*/ 822238 h 5549966"/>
              <a:gd name="connsiteX16" fmla="*/ 4500099 w 4549123"/>
              <a:gd name="connsiteY16" fmla="*/ 846069 h 5549966"/>
              <a:gd name="connsiteX17" fmla="*/ 4498499 w 4549123"/>
              <a:gd name="connsiteY17" fmla="*/ 853854 h 5549966"/>
              <a:gd name="connsiteX18" fmla="*/ 4492261 w 4549123"/>
              <a:gd name="connsiteY18" fmla="*/ 965485 h 5549966"/>
              <a:gd name="connsiteX19" fmla="*/ 4494338 w 4549123"/>
              <a:gd name="connsiteY19" fmla="*/ 966385 h 5549966"/>
              <a:gd name="connsiteX20" fmla="*/ 4498457 w 4549123"/>
              <a:gd name="connsiteY20" fmla="*/ 1002567 h 5549966"/>
              <a:gd name="connsiteX21" fmla="*/ 4493659 w 4549123"/>
              <a:gd name="connsiteY21" fmla="*/ 1101094 h 5549966"/>
              <a:gd name="connsiteX22" fmla="*/ 4493554 w 4549123"/>
              <a:gd name="connsiteY22" fmla="*/ 1159389 h 5549966"/>
              <a:gd name="connsiteX23" fmla="*/ 4497857 w 4549123"/>
              <a:gd name="connsiteY23" fmla="*/ 1180505 h 5549966"/>
              <a:gd name="connsiteX24" fmla="*/ 4500947 w 4549123"/>
              <a:gd name="connsiteY24" fmla="*/ 1210687 h 5549966"/>
              <a:gd name="connsiteX25" fmla="*/ 4509764 w 4549123"/>
              <a:gd name="connsiteY25" fmla="*/ 1263157 h 5549966"/>
              <a:gd name="connsiteX26" fmla="*/ 4512041 w 4549123"/>
              <a:gd name="connsiteY26" fmla="*/ 1313374 h 5549966"/>
              <a:gd name="connsiteX27" fmla="*/ 4511161 w 4549123"/>
              <a:gd name="connsiteY27" fmla="*/ 1347004 h 5549966"/>
              <a:gd name="connsiteX28" fmla="*/ 4510698 w 4549123"/>
              <a:gd name="connsiteY28" fmla="*/ 1351864 h 5549966"/>
              <a:gd name="connsiteX29" fmla="*/ 4501579 w 4549123"/>
              <a:gd name="connsiteY29" fmla="*/ 1391762 h 5549966"/>
              <a:gd name="connsiteX30" fmla="*/ 4504843 w 4549123"/>
              <a:gd name="connsiteY30" fmla="*/ 1395707 h 5549966"/>
              <a:gd name="connsiteX31" fmla="*/ 4507685 w 4549123"/>
              <a:gd name="connsiteY31" fmla="*/ 1408524 h 5549966"/>
              <a:gd name="connsiteX32" fmla="*/ 4502944 w 4549123"/>
              <a:gd name="connsiteY32" fmla="*/ 1419109 h 5549966"/>
              <a:gd name="connsiteX33" fmla="*/ 4492760 w 4549123"/>
              <a:gd name="connsiteY33" fmla="*/ 1469337 h 5549966"/>
              <a:gd name="connsiteX34" fmla="*/ 4481863 w 4549123"/>
              <a:gd name="connsiteY34" fmla="*/ 1543038 h 5549966"/>
              <a:gd name="connsiteX35" fmla="*/ 4476982 w 4549123"/>
              <a:gd name="connsiteY35" fmla="*/ 1553997 h 5549966"/>
              <a:gd name="connsiteX36" fmla="*/ 4462554 w 4549123"/>
              <a:gd name="connsiteY36" fmla="*/ 1626071 h 5549966"/>
              <a:gd name="connsiteX37" fmla="*/ 4458839 w 4549123"/>
              <a:gd name="connsiteY37" fmla="*/ 1664103 h 5549966"/>
              <a:gd name="connsiteX38" fmla="*/ 4462499 w 4549123"/>
              <a:gd name="connsiteY38" fmla="*/ 1668558 h 5549966"/>
              <a:gd name="connsiteX39" fmla="*/ 4460849 w 4549123"/>
              <a:gd name="connsiteY39" fmla="*/ 1679756 h 5549966"/>
              <a:gd name="connsiteX40" fmla="*/ 4461261 w 4549123"/>
              <a:gd name="connsiteY40" fmla="*/ 1682815 h 5549966"/>
              <a:gd name="connsiteX41" fmla="*/ 4462772 w 4549123"/>
              <a:gd name="connsiteY41" fmla="*/ 1700268 h 5549966"/>
              <a:gd name="connsiteX42" fmla="*/ 4451302 w 4549123"/>
              <a:gd name="connsiteY42" fmla="*/ 1735163 h 5549966"/>
              <a:gd name="connsiteX43" fmla="*/ 4449242 w 4549123"/>
              <a:gd name="connsiteY43" fmla="*/ 1735289 h 5549966"/>
              <a:gd name="connsiteX44" fmla="*/ 4440744 w 4549123"/>
              <a:gd name="connsiteY44" fmla="*/ 1887374 h 5549966"/>
              <a:gd name="connsiteX45" fmla="*/ 4449435 w 4549123"/>
              <a:gd name="connsiteY45" fmla="*/ 1911536 h 5549966"/>
              <a:gd name="connsiteX46" fmla="*/ 4451713 w 4549123"/>
              <a:gd name="connsiteY46" fmla="*/ 1961755 h 5549966"/>
              <a:gd name="connsiteX47" fmla="*/ 4450832 w 4549123"/>
              <a:gd name="connsiteY47" fmla="*/ 1995384 h 5549966"/>
              <a:gd name="connsiteX48" fmla="*/ 4450370 w 4549123"/>
              <a:gd name="connsiteY48" fmla="*/ 2000244 h 5549966"/>
              <a:gd name="connsiteX49" fmla="*/ 4441250 w 4549123"/>
              <a:gd name="connsiteY49" fmla="*/ 2040142 h 5549966"/>
              <a:gd name="connsiteX50" fmla="*/ 4444515 w 4549123"/>
              <a:gd name="connsiteY50" fmla="*/ 2044087 h 5549966"/>
              <a:gd name="connsiteX51" fmla="*/ 4447356 w 4549123"/>
              <a:gd name="connsiteY51" fmla="*/ 2056904 h 5549966"/>
              <a:gd name="connsiteX52" fmla="*/ 4442615 w 4549123"/>
              <a:gd name="connsiteY52" fmla="*/ 2067489 h 5549966"/>
              <a:gd name="connsiteX53" fmla="*/ 4432431 w 4549123"/>
              <a:gd name="connsiteY53" fmla="*/ 2117719 h 5549966"/>
              <a:gd name="connsiteX54" fmla="*/ 4425100 w 4549123"/>
              <a:gd name="connsiteY54" fmla="*/ 2167300 h 5549966"/>
              <a:gd name="connsiteX55" fmla="*/ 4369017 w 4549123"/>
              <a:gd name="connsiteY55" fmla="*/ 3223633 h 5549966"/>
              <a:gd name="connsiteX56" fmla="*/ 4356231 w 4549123"/>
              <a:gd name="connsiteY56" fmla="*/ 3477281 h 5549966"/>
              <a:gd name="connsiteX57" fmla="*/ 4345146 w 4549123"/>
              <a:gd name="connsiteY57" fmla="*/ 3639984 h 5549966"/>
              <a:gd name="connsiteX58" fmla="*/ 4254385 w 4549123"/>
              <a:gd name="connsiteY58" fmla="*/ 5278921 h 5549966"/>
              <a:gd name="connsiteX59" fmla="*/ 4259683 w 4549123"/>
              <a:gd name="connsiteY59" fmla="*/ 5315626 h 5549966"/>
              <a:gd name="connsiteX60" fmla="*/ 4263217 w 4549123"/>
              <a:gd name="connsiteY60" fmla="*/ 5350090 h 5549966"/>
              <a:gd name="connsiteX61" fmla="*/ 4266049 w 4549123"/>
              <a:gd name="connsiteY61" fmla="*/ 5450399 h 5549966"/>
              <a:gd name="connsiteX62" fmla="*/ 4247492 w 4549123"/>
              <a:gd name="connsiteY62" fmla="*/ 5484804 h 5549966"/>
              <a:gd name="connsiteX63" fmla="*/ 4242840 w 4549123"/>
              <a:gd name="connsiteY63" fmla="*/ 5487504 h 5549966"/>
              <a:gd name="connsiteX64" fmla="*/ 4239383 w 4549123"/>
              <a:gd name="connsiteY64" fmla="*/ 5549951 h 5549966"/>
              <a:gd name="connsiteX65" fmla="*/ 266751 w 4549123"/>
              <a:gd name="connsiteY65" fmla="*/ 5218723 h 5549966"/>
              <a:gd name="connsiteX66" fmla="*/ 12505 w 4549123"/>
              <a:gd name="connsiteY66" fmla="*/ 5243704 h 5549966"/>
              <a:gd name="connsiteX67" fmla="*/ 0 w 4549123"/>
              <a:gd name="connsiteY67" fmla="*/ 5239903 h 5549966"/>
              <a:gd name="connsiteX68" fmla="*/ 4220 w 4549123"/>
              <a:gd name="connsiteY68" fmla="*/ 5233298 h 5549966"/>
              <a:gd name="connsiteX69" fmla="*/ 4489 w 4549123"/>
              <a:gd name="connsiteY69" fmla="*/ 5230552 h 5549966"/>
              <a:gd name="connsiteX70" fmla="*/ 4759 w 4549123"/>
              <a:gd name="connsiteY70" fmla="*/ 5227804 h 5549966"/>
              <a:gd name="connsiteX71" fmla="*/ 5296 w 4549123"/>
              <a:gd name="connsiteY71" fmla="*/ 5222308 h 5549966"/>
              <a:gd name="connsiteX72" fmla="*/ 4981 w 4549123"/>
              <a:gd name="connsiteY72" fmla="*/ 5216405 h 5549966"/>
              <a:gd name="connsiteX73" fmla="*/ 4397 w 4549123"/>
              <a:gd name="connsiteY73" fmla="*/ 5213249 h 5549966"/>
              <a:gd name="connsiteX74" fmla="*/ 4666 w 4549123"/>
              <a:gd name="connsiteY74" fmla="*/ 5210500 h 5549966"/>
              <a:gd name="connsiteX75" fmla="*/ 4350 w 4549123"/>
              <a:gd name="connsiteY75" fmla="*/ 5204597 h 5549966"/>
              <a:gd name="connsiteX76" fmla="*/ 3767 w 4549123"/>
              <a:gd name="connsiteY76" fmla="*/ 5201441 h 5549966"/>
              <a:gd name="connsiteX77" fmla="*/ 3137 w 4549123"/>
              <a:gd name="connsiteY77" fmla="*/ 5189632 h 5549966"/>
              <a:gd name="connsiteX78" fmla="*/ 2553 w 4549123"/>
              <a:gd name="connsiteY78" fmla="*/ 5186477 h 5549966"/>
              <a:gd name="connsiteX79" fmla="*/ 2821 w 4549123"/>
              <a:gd name="connsiteY79" fmla="*/ 5183728 h 5549966"/>
              <a:gd name="connsiteX80" fmla="*/ 1386 w 4549123"/>
              <a:gd name="connsiteY80" fmla="*/ 5180163 h 5549966"/>
              <a:gd name="connsiteX81" fmla="*/ 6798 w 4549123"/>
              <a:gd name="connsiteY81" fmla="*/ 5116566 h 5549966"/>
              <a:gd name="connsiteX82" fmla="*/ 74412 w 4549123"/>
              <a:gd name="connsiteY82" fmla="*/ 3839310 h 5549966"/>
              <a:gd name="connsiteX83" fmla="*/ 299102 w 4549123"/>
              <a:gd name="connsiteY83" fmla="*/ 0 h 5549966"/>
              <a:gd name="connsiteX0" fmla="*/ 303426 w 4553447"/>
              <a:gd name="connsiteY0" fmla="*/ 0 h 5549966"/>
              <a:gd name="connsiteX1" fmla="*/ 3305612 w 4553447"/>
              <a:gd name="connsiteY1" fmla="*/ 171842 h 5549966"/>
              <a:gd name="connsiteX2" fmla="*/ 4134423 w 4553447"/>
              <a:gd name="connsiteY2" fmla="*/ 226950 h 5549966"/>
              <a:gd name="connsiteX3" fmla="*/ 4507617 w 4553447"/>
              <a:gd name="connsiteY3" fmla="*/ 247374 h 5549966"/>
              <a:gd name="connsiteX4" fmla="*/ 4535496 w 4553447"/>
              <a:gd name="connsiteY4" fmla="*/ 269179 h 5549966"/>
              <a:gd name="connsiteX5" fmla="*/ 4533722 w 4553447"/>
              <a:gd name="connsiteY5" fmla="*/ 300930 h 5549966"/>
              <a:gd name="connsiteX6" fmla="*/ 4536644 w 4553447"/>
              <a:gd name="connsiteY6" fmla="*/ 302647 h 5549966"/>
              <a:gd name="connsiteX7" fmla="*/ 4553070 w 4553447"/>
              <a:gd name="connsiteY7" fmla="*/ 334222 h 5549966"/>
              <a:gd name="connsiteX8" fmla="*/ 4530809 w 4553447"/>
              <a:gd name="connsiteY8" fmla="*/ 391868 h 5549966"/>
              <a:gd name="connsiteX9" fmla="*/ 4527321 w 4553447"/>
              <a:gd name="connsiteY9" fmla="*/ 415489 h 5549966"/>
              <a:gd name="connsiteX10" fmla="*/ 4522216 w 4553447"/>
              <a:gd name="connsiteY10" fmla="*/ 506828 h 5549966"/>
              <a:gd name="connsiteX11" fmla="*/ 4521566 w 4553447"/>
              <a:gd name="connsiteY11" fmla="*/ 553245 h 5549966"/>
              <a:gd name="connsiteX12" fmla="*/ 4518467 w 4553447"/>
              <a:gd name="connsiteY12" fmla="*/ 581709 h 5549966"/>
              <a:gd name="connsiteX13" fmla="*/ 4517798 w 4553447"/>
              <a:gd name="connsiteY13" fmla="*/ 585890 h 5549966"/>
              <a:gd name="connsiteX14" fmla="*/ 4504861 w 4553447"/>
              <a:gd name="connsiteY14" fmla="*/ 817404 h 5549966"/>
              <a:gd name="connsiteX15" fmla="*/ 4506574 w 4553447"/>
              <a:gd name="connsiteY15" fmla="*/ 822238 h 5549966"/>
              <a:gd name="connsiteX16" fmla="*/ 4504423 w 4553447"/>
              <a:gd name="connsiteY16" fmla="*/ 846069 h 5549966"/>
              <a:gd name="connsiteX17" fmla="*/ 4502823 w 4553447"/>
              <a:gd name="connsiteY17" fmla="*/ 853854 h 5549966"/>
              <a:gd name="connsiteX18" fmla="*/ 4496585 w 4553447"/>
              <a:gd name="connsiteY18" fmla="*/ 965485 h 5549966"/>
              <a:gd name="connsiteX19" fmla="*/ 4498662 w 4553447"/>
              <a:gd name="connsiteY19" fmla="*/ 966385 h 5549966"/>
              <a:gd name="connsiteX20" fmla="*/ 4502781 w 4553447"/>
              <a:gd name="connsiteY20" fmla="*/ 1002567 h 5549966"/>
              <a:gd name="connsiteX21" fmla="*/ 4497983 w 4553447"/>
              <a:gd name="connsiteY21" fmla="*/ 1101094 h 5549966"/>
              <a:gd name="connsiteX22" fmla="*/ 4497878 w 4553447"/>
              <a:gd name="connsiteY22" fmla="*/ 1159389 h 5549966"/>
              <a:gd name="connsiteX23" fmla="*/ 4502181 w 4553447"/>
              <a:gd name="connsiteY23" fmla="*/ 1180505 h 5549966"/>
              <a:gd name="connsiteX24" fmla="*/ 4505271 w 4553447"/>
              <a:gd name="connsiteY24" fmla="*/ 1210687 h 5549966"/>
              <a:gd name="connsiteX25" fmla="*/ 4514088 w 4553447"/>
              <a:gd name="connsiteY25" fmla="*/ 1263157 h 5549966"/>
              <a:gd name="connsiteX26" fmla="*/ 4516365 w 4553447"/>
              <a:gd name="connsiteY26" fmla="*/ 1313374 h 5549966"/>
              <a:gd name="connsiteX27" fmla="*/ 4515485 w 4553447"/>
              <a:gd name="connsiteY27" fmla="*/ 1347004 h 5549966"/>
              <a:gd name="connsiteX28" fmla="*/ 4515022 w 4553447"/>
              <a:gd name="connsiteY28" fmla="*/ 1351864 h 5549966"/>
              <a:gd name="connsiteX29" fmla="*/ 4505903 w 4553447"/>
              <a:gd name="connsiteY29" fmla="*/ 1391762 h 5549966"/>
              <a:gd name="connsiteX30" fmla="*/ 4509167 w 4553447"/>
              <a:gd name="connsiteY30" fmla="*/ 1395707 h 5549966"/>
              <a:gd name="connsiteX31" fmla="*/ 4512009 w 4553447"/>
              <a:gd name="connsiteY31" fmla="*/ 1408524 h 5549966"/>
              <a:gd name="connsiteX32" fmla="*/ 4507268 w 4553447"/>
              <a:gd name="connsiteY32" fmla="*/ 1419109 h 5549966"/>
              <a:gd name="connsiteX33" fmla="*/ 4497084 w 4553447"/>
              <a:gd name="connsiteY33" fmla="*/ 1469337 h 5549966"/>
              <a:gd name="connsiteX34" fmla="*/ 4486187 w 4553447"/>
              <a:gd name="connsiteY34" fmla="*/ 1543038 h 5549966"/>
              <a:gd name="connsiteX35" fmla="*/ 4481306 w 4553447"/>
              <a:gd name="connsiteY35" fmla="*/ 1553997 h 5549966"/>
              <a:gd name="connsiteX36" fmla="*/ 4466878 w 4553447"/>
              <a:gd name="connsiteY36" fmla="*/ 1626071 h 5549966"/>
              <a:gd name="connsiteX37" fmla="*/ 4463163 w 4553447"/>
              <a:gd name="connsiteY37" fmla="*/ 1664103 h 5549966"/>
              <a:gd name="connsiteX38" fmla="*/ 4466823 w 4553447"/>
              <a:gd name="connsiteY38" fmla="*/ 1668558 h 5549966"/>
              <a:gd name="connsiteX39" fmla="*/ 4465173 w 4553447"/>
              <a:gd name="connsiteY39" fmla="*/ 1679756 h 5549966"/>
              <a:gd name="connsiteX40" fmla="*/ 4465585 w 4553447"/>
              <a:gd name="connsiteY40" fmla="*/ 1682815 h 5549966"/>
              <a:gd name="connsiteX41" fmla="*/ 4467096 w 4553447"/>
              <a:gd name="connsiteY41" fmla="*/ 1700268 h 5549966"/>
              <a:gd name="connsiteX42" fmla="*/ 4455626 w 4553447"/>
              <a:gd name="connsiteY42" fmla="*/ 1735163 h 5549966"/>
              <a:gd name="connsiteX43" fmla="*/ 4453566 w 4553447"/>
              <a:gd name="connsiteY43" fmla="*/ 1735289 h 5549966"/>
              <a:gd name="connsiteX44" fmla="*/ 4445068 w 4553447"/>
              <a:gd name="connsiteY44" fmla="*/ 1887374 h 5549966"/>
              <a:gd name="connsiteX45" fmla="*/ 4453759 w 4553447"/>
              <a:gd name="connsiteY45" fmla="*/ 1911536 h 5549966"/>
              <a:gd name="connsiteX46" fmla="*/ 4456037 w 4553447"/>
              <a:gd name="connsiteY46" fmla="*/ 1961755 h 5549966"/>
              <a:gd name="connsiteX47" fmla="*/ 4455156 w 4553447"/>
              <a:gd name="connsiteY47" fmla="*/ 1995384 h 5549966"/>
              <a:gd name="connsiteX48" fmla="*/ 4454694 w 4553447"/>
              <a:gd name="connsiteY48" fmla="*/ 2000244 h 5549966"/>
              <a:gd name="connsiteX49" fmla="*/ 4445574 w 4553447"/>
              <a:gd name="connsiteY49" fmla="*/ 2040142 h 5549966"/>
              <a:gd name="connsiteX50" fmla="*/ 4448839 w 4553447"/>
              <a:gd name="connsiteY50" fmla="*/ 2044087 h 5549966"/>
              <a:gd name="connsiteX51" fmla="*/ 4451680 w 4553447"/>
              <a:gd name="connsiteY51" fmla="*/ 2056904 h 5549966"/>
              <a:gd name="connsiteX52" fmla="*/ 4446939 w 4553447"/>
              <a:gd name="connsiteY52" fmla="*/ 2067489 h 5549966"/>
              <a:gd name="connsiteX53" fmla="*/ 4436755 w 4553447"/>
              <a:gd name="connsiteY53" fmla="*/ 2117719 h 5549966"/>
              <a:gd name="connsiteX54" fmla="*/ 4429424 w 4553447"/>
              <a:gd name="connsiteY54" fmla="*/ 2167300 h 5549966"/>
              <a:gd name="connsiteX55" fmla="*/ 4373341 w 4553447"/>
              <a:gd name="connsiteY55" fmla="*/ 3223633 h 5549966"/>
              <a:gd name="connsiteX56" fmla="*/ 4360555 w 4553447"/>
              <a:gd name="connsiteY56" fmla="*/ 3477281 h 5549966"/>
              <a:gd name="connsiteX57" fmla="*/ 4349470 w 4553447"/>
              <a:gd name="connsiteY57" fmla="*/ 3639984 h 5549966"/>
              <a:gd name="connsiteX58" fmla="*/ 4258709 w 4553447"/>
              <a:gd name="connsiteY58" fmla="*/ 5278921 h 5549966"/>
              <a:gd name="connsiteX59" fmla="*/ 4264007 w 4553447"/>
              <a:gd name="connsiteY59" fmla="*/ 5315626 h 5549966"/>
              <a:gd name="connsiteX60" fmla="*/ 4267541 w 4553447"/>
              <a:gd name="connsiteY60" fmla="*/ 5350090 h 5549966"/>
              <a:gd name="connsiteX61" fmla="*/ 4270373 w 4553447"/>
              <a:gd name="connsiteY61" fmla="*/ 5450399 h 5549966"/>
              <a:gd name="connsiteX62" fmla="*/ 4251816 w 4553447"/>
              <a:gd name="connsiteY62" fmla="*/ 5484804 h 5549966"/>
              <a:gd name="connsiteX63" fmla="*/ 4247164 w 4553447"/>
              <a:gd name="connsiteY63" fmla="*/ 5487504 h 5549966"/>
              <a:gd name="connsiteX64" fmla="*/ 4243707 w 4553447"/>
              <a:gd name="connsiteY64" fmla="*/ 5549951 h 5549966"/>
              <a:gd name="connsiteX65" fmla="*/ 271075 w 4553447"/>
              <a:gd name="connsiteY65" fmla="*/ 5218723 h 5549966"/>
              <a:gd name="connsiteX66" fmla="*/ 0 w 4553447"/>
              <a:gd name="connsiteY66" fmla="*/ 5280167 h 5549966"/>
              <a:gd name="connsiteX67" fmla="*/ 4324 w 4553447"/>
              <a:gd name="connsiteY67" fmla="*/ 5239903 h 5549966"/>
              <a:gd name="connsiteX68" fmla="*/ 8544 w 4553447"/>
              <a:gd name="connsiteY68" fmla="*/ 5233298 h 5549966"/>
              <a:gd name="connsiteX69" fmla="*/ 8813 w 4553447"/>
              <a:gd name="connsiteY69" fmla="*/ 5230552 h 5549966"/>
              <a:gd name="connsiteX70" fmla="*/ 9083 w 4553447"/>
              <a:gd name="connsiteY70" fmla="*/ 5227804 h 5549966"/>
              <a:gd name="connsiteX71" fmla="*/ 9620 w 4553447"/>
              <a:gd name="connsiteY71" fmla="*/ 5222308 h 5549966"/>
              <a:gd name="connsiteX72" fmla="*/ 9305 w 4553447"/>
              <a:gd name="connsiteY72" fmla="*/ 5216405 h 5549966"/>
              <a:gd name="connsiteX73" fmla="*/ 8721 w 4553447"/>
              <a:gd name="connsiteY73" fmla="*/ 5213249 h 5549966"/>
              <a:gd name="connsiteX74" fmla="*/ 8990 w 4553447"/>
              <a:gd name="connsiteY74" fmla="*/ 5210500 h 5549966"/>
              <a:gd name="connsiteX75" fmla="*/ 8674 w 4553447"/>
              <a:gd name="connsiteY75" fmla="*/ 5204597 h 5549966"/>
              <a:gd name="connsiteX76" fmla="*/ 8091 w 4553447"/>
              <a:gd name="connsiteY76" fmla="*/ 5201441 h 5549966"/>
              <a:gd name="connsiteX77" fmla="*/ 7461 w 4553447"/>
              <a:gd name="connsiteY77" fmla="*/ 5189632 h 5549966"/>
              <a:gd name="connsiteX78" fmla="*/ 6877 w 4553447"/>
              <a:gd name="connsiteY78" fmla="*/ 5186477 h 5549966"/>
              <a:gd name="connsiteX79" fmla="*/ 7145 w 4553447"/>
              <a:gd name="connsiteY79" fmla="*/ 5183728 h 5549966"/>
              <a:gd name="connsiteX80" fmla="*/ 5710 w 4553447"/>
              <a:gd name="connsiteY80" fmla="*/ 5180163 h 5549966"/>
              <a:gd name="connsiteX81" fmla="*/ 11122 w 4553447"/>
              <a:gd name="connsiteY81" fmla="*/ 5116566 h 5549966"/>
              <a:gd name="connsiteX82" fmla="*/ 78736 w 4553447"/>
              <a:gd name="connsiteY82" fmla="*/ 3839310 h 5549966"/>
              <a:gd name="connsiteX83" fmla="*/ 303426 w 4553447"/>
              <a:gd name="connsiteY83" fmla="*/ 0 h 5549966"/>
              <a:gd name="connsiteX0" fmla="*/ 303426 w 4553447"/>
              <a:gd name="connsiteY0" fmla="*/ 0 h 5549973"/>
              <a:gd name="connsiteX1" fmla="*/ 3305612 w 4553447"/>
              <a:gd name="connsiteY1" fmla="*/ 171842 h 5549973"/>
              <a:gd name="connsiteX2" fmla="*/ 4134423 w 4553447"/>
              <a:gd name="connsiteY2" fmla="*/ 226950 h 5549973"/>
              <a:gd name="connsiteX3" fmla="*/ 4507617 w 4553447"/>
              <a:gd name="connsiteY3" fmla="*/ 247374 h 5549973"/>
              <a:gd name="connsiteX4" fmla="*/ 4535496 w 4553447"/>
              <a:gd name="connsiteY4" fmla="*/ 269179 h 5549973"/>
              <a:gd name="connsiteX5" fmla="*/ 4533722 w 4553447"/>
              <a:gd name="connsiteY5" fmla="*/ 300930 h 5549973"/>
              <a:gd name="connsiteX6" fmla="*/ 4536644 w 4553447"/>
              <a:gd name="connsiteY6" fmla="*/ 302647 h 5549973"/>
              <a:gd name="connsiteX7" fmla="*/ 4553070 w 4553447"/>
              <a:gd name="connsiteY7" fmla="*/ 334222 h 5549973"/>
              <a:gd name="connsiteX8" fmla="*/ 4530809 w 4553447"/>
              <a:gd name="connsiteY8" fmla="*/ 391868 h 5549973"/>
              <a:gd name="connsiteX9" fmla="*/ 4527321 w 4553447"/>
              <a:gd name="connsiteY9" fmla="*/ 415489 h 5549973"/>
              <a:gd name="connsiteX10" fmla="*/ 4522216 w 4553447"/>
              <a:gd name="connsiteY10" fmla="*/ 506828 h 5549973"/>
              <a:gd name="connsiteX11" fmla="*/ 4521566 w 4553447"/>
              <a:gd name="connsiteY11" fmla="*/ 553245 h 5549973"/>
              <a:gd name="connsiteX12" fmla="*/ 4518467 w 4553447"/>
              <a:gd name="connsiteY12" fmla="*/ 581709 h 5549973"/>
              <a:gd name="connsiteX13" fmla="*/ 4517798 w 4553447"/>
              <a:gd name="connsiteY13" fmla="*/ 585890 h 5549973"/>
              <a:gd name="connsiteX14" fmla="*/ 4504861 w 4553447"/>
              <a:gd name="connsiteY14" fmla="*/ 817404 h 5549973"/>
              <a:gd name="connsiteX15" fmla="*/ 4506574 w 4553447"/>
              <a:gd name="connsiteY15" fmla="*/ 822238 h 5549973"/>
              <a:gd name="connsiteX16" fmla="*/ 4504423 w 4553447"/>
              <a:gd name="connsiteY16" fmla="*/ 846069 h 5549973"/>
              <a:gd name="connsiteX17" fmla="*/ 4502823 w 4553447"/>
              <a:gd name="connsiteY17" fmla="*/ 853854 h 5549973"/>
              <a:gd name="connsiteX18" fmla="*/ 4496585 w 4553447"/>
              <a:gd name="connsiteY18" fmla="*/ 965485 h 5549973"/>
              <a:gd name="connsiteX19" fmla="*/ 4498662 w 4553447"/>
              <a:gd name="connsiteY19" fmla="*/ 966385 h 5549973"/>
              <a:gd name="connsiteX20" fmla="*/ 4502781 w 4553447"/>
              <a:gd name="connsiteY20" fmla="*/ 1002567 h 5549973"/>
              <a:gd name="connsiteX21" fmla="*/ 4497983 w 4553447"/>
              <a:gd name="connsiteY21" fmla="*/ 1101094 h 5549973"/>
              <a:gd name="connsiteX22" fmla="*/ 4497878 w 4553447"/>
              <a:gd name="connsiteY22" fmla="*/ 1159389 h 5549973"/>
              <a:gd name="connsiteX23" fmla="*/ 4502181 w 4553447"/>
              <a:gd name="connsiteY23" fmla="*/ 1180505 h 5549973"/>
              <a:gd name="connsiteX24" fmla="*/ 4505271 w 4553447"/>
              <a:gd name="connsiteY24" fmla="*/ 1210687 h 5549973"/>
              <a:gd name="connsiteX25" fmla="*/ 4514088 w 4553447"/>
              <a:gd name="connsiteY25" fmla="*/ 1263157 h 5549973"/>
              <a:gd name="connsiteX26" fmla="*/ 4516365 w 4553447"/>
              <a:gd name="connsiteY26" fmla="*/ 1313374 h 5549973"/>
              <a:gd name="connsiteX27" fmla="*/ 4515485 w 4553447"/>
              <a:gd name="connsiteY27" fmla="*/ 1347004 h 5549973"/>
              <a:gd name="connsiteX28" fmla="*/ 4515022 w 4553447"/>
              <a:gd name="connsiteY28" fmla="*/ 1351864 h 5549973"/>
              <a:gd name="connsiteX29" fmla="*/ 4505903 w 4553447"/>
              <a:gd name="connsiteY29" fmla="*/ 1391762 h 5549973"/>
              <a:gd name="connsiteX30" fmla="*/ 4509167 w 4553447"/>
              <a:gd name="connsiteY30" fmla="*/ 1395707 h 5549973"/>
              <a:gd name="connsiteX31" fmla="*/ 4512009 w 4553447"/>
              <a:gd name="connsiteY31" fmla="*/ 1408524 h 5549973"/>
              <a:gd name="connsiteX32" fmla="*/ 4507268 w 4553447"/>
              <a:gd name="connsiteY32" fmla="*/ 1419109 h 5549973"/>
              <a:gd name="connsiteX33" fmla="*/ 4497084 w 4553447"/>
              <a:gd name="connsiteY33" fmla="*/ 1469337 h 5549973"/>
              <a:gd name="connsiteX34" fmla="*/ 4486187 w 4553447"/>
              <a:gd name="connsiteY34" fmla="*/ 1543038 h 5549973"/>
              <a:gd name="connsiteX35" fmla="*/ 4481306 w 4553447"/>
              <a:gd name="connsiteY35" fmla="*/ 1553997 h 5549973"/>
              <a:gd name="connsiteX36" fmla="*/ 4466878 w 4553447"/>
              <a:gd name="connsiteY36" fmla="*/ 1626071 h 5549973"/>
              <a:gd name="connsiteX37" fmla="*/ 4463163 w 4553447"/>
              <a:gd name="connsiteY37" fmla="*/ 1664103 h 5549973"/>
              <a:gd name="connsiteX38" fmla="*/ 4466823 w 4553447"/>
              <a:gd name="connsiteY38" fmla="*/ 1668558 h 5549973"/>
              <a:gd name="connsiteX39" fmla="*/ 4465173 w 4553447"/>
              <a:gd name="connsiteY39" fmla="*/ 1679756 h 5549973"/>
              <a:gd name="connsiteX40" fmla="*/ 4465585 w 4553447"/>
              <a:gd name="connsiteY40" fmla="*/ 1682815 h 5549973"/>
              <a:gd name="connsiteX41" fmla="*/ 4467096 w 4553447"/>
              <a:gd name="connsiteY41" fmla="*/ 1700268 h 5549973"/>
              <a:gd name="connsiteX42" fmla="*/ 4455626 w 4553447"/>
              <a:gd name="connsiteY42" fmla="*/ 1735163 h 5549973"/>
              <a:gd name="connsiteX43" fmla="*/ 4453566 w 4553447"/>
              <a:gd name="connsiteY43" fmla="*/ 1735289 h 5549973"/>
              <a:gd name="connsiteX44" fmla="*/ 4445068 w 4553447"/>
              <a:gd name="connsiteY44" fmla="*/ 1887374 h 5549973"/>
              <a:gd name="connsiteX45" fmla="*/ 4453759 w 4553447"/>
              <a:gd name="connsiteY45" fmla="*/ 1911536 h 5549973"/>
              <a:gd name="connsiteX46" fmla="*/ 4456037 w 4553447"/>
              <a:gd name="connsiteY46" fmla="*/ 1961755 h 5549973"/>
              <a:gd name="connsiteX47" fmla="*/ 4455156 w 4553447"/>
              <a:gd name="connsiteY47" fmla="*/ 1995384 h 5549973"/>
              <a:gd name="connsiteX48" fmla="*/ 4454694 w 4553447"/>
              <a:gd name="connsiteY48" fmla="*/ 2000244 h 5549973"/>
              <a:gd name="connsiteX49" fmla="*/ 4445574 w 4553447"/>
              <a:gd name="connsiteY49" fmla="*/ 2040142 h 5549973"/>
              <a:gd name="connsiteX50" fmla="*/ 4448839 w 4553447"/>
              <a:gd name="connsiteY50" fmla="*/ 2044087 h 5549973"/>
              <a:gd name="connsiteX51" fmla="*/ 4451680 w 4553447"/>
              <a:gd name="connsiteY51" fmla="*/ 2056904 h 5549973"/>
              <a:gd name="connsiteX52" fmla="*/ 4446939 w 4553447"/>
              <a:gd name="connsiteY52" fmla="*/ 2067489 h 5549973"/>
              <a:gd name="connsiteX53" fmla="*/ 4436755 w 4553447"/>
              <a:gd name="connsiteY53" fmla="*/ 2117719 h 5549973"/>
              <a:gd name="connsiteX54" fmla="*/ 4429424 w 4553447"/>
              <a:gd name="connsiteY54" fmla="*/ 2167300 h 5549973"/>
              <a:gd name="connsiteX55" fmla="*/ 4373341 w 4553447"/>
              <a:gd name="connsiteY55" fmla="*/ 3223633 h 5549973"/>
              <a:gd name="connsiteX56" fmla="*/ 4360555 w 4553447"/>
              <a:gd name="connsiteY56" fmla="*/ 3477281 h 5549973"/>
              <a:gd name="connsiteX57" fmla="*/ 4349470 w 4553447"/>
              <a:gd name="connsiteY57" fmla="*/ 3639984 h 5549973"/>
              <a:gd name="connsiteX58" fmla="*/ 4258709 w 4553447"/>
              <a:gd name="connsiteY58" fmla="*/ 5278921 h 5549973"/>
              <a:gd name="connsiteX59" fmla="*/ 4264007 w 4553447"/>
              <a:gd name="connsiteY59" fmla="*/ 5315626 h 5549973"/>
              <a:gd name="connsiteX60" fmla="*/ 4267541 w 4553447"/>
              <a:gd name="connsiteY60" fmla="*/ 5350090 h 5549973"/>
              <a:gd name="connsiteX61" fmla="*/ 4270373 w 4553447"/>
              <a:gd name="connsiteY61" fmla="*/ 5450399 h 5549973"/>
              <a:gd name="connsiteX62" fmla="*/ 4251816 w 4553447"/>
              <a:gd name="connsiteY62" fmla="*/ 5484804 h 5549973"/>
              <a:gd name="connsiteX63" fmla="*/ 4247164 w 4553447"/>
              <a:gd name="connsiteY63" fmla="*/ 5487504 h 5549973"/>
              <a:gd name="connsiteX64" fmla="*/ 4243707 w 4553447"/>
              <a:gd name="connsiteY64" fmla="*/ 5549951 h 5549973"/>
              <a:gd name="connsiteX65" fmla="*/ 310344 w 4553447"/>
              <a:gd name="connsiteY65" fmla="*/ 5297261 h 5549973"/>
              <a:gd name="connsiteX66" fmla="*/ 0 w 4553447"/>
              <a:gd name="connsiteY66" fmla="*/ 5280167 h 5549973"/>
              <a:gd name="connsiteX67" fmla="*/ 4324 w 4553447"/>
              <a:gd name="connsiteY67" fmla="*/ 5239903 h 5549973"/>
              <a:gd name="connsiteX68" fmla="*/ 8544 w 4553447"/>
              <a:gd name="connsiteY68" fmla="*/ 5233298 h 5549973"/>
              <a:gd name="connsiteX69" fmla="*/ 8813 w 4553447"/>
              <a:gd name="connsiteY69" fmla="*/ 5230552 h 5549973"/>
              <a:gd name="connsiteX70" fmla="*/ 9083 w 4553447"/>
              <a:gd name="connsiteY70" fmla="*/ 5227804 h 5549973"/>
              <a:gd name="connsiteX71" fmla="*/ 9620 w 4553447"/>
              <a:gd name="connsiteY71" fmla="*/ 5222308 h 5549973"/>
              <a:gd name="connsiteX72" fmla="*/ 9305 w 4553447"/>
              <a:gd name="connsiteY72" fmla="*/ 5216405 h 5549973"/>
              <a:gd name="connsiteX73" fmla="*/ 8721 w 4553447"/>
              <a:gd name="connsiteY73" fmla="*/ 5213249 h 5549973"/>
              <a:gd name="connsiteX74" fmla="*/ 8990 w 4553447"/>
              <a:gd name="connsiteY74" fmla="*/ 5210500 h 5549973"/>
              <a:gd name="connsiteX75" fmla="*/ 8674 w 4553447"/>
              <a:gd name="connsiteY75" fmla="*/ 5204597 h 5549973"/>
              <a:gd name="connsiteX76" fmla="*/ 8091 w 4553447"/>
              <a:gd name="connsiteY76" fmla="*/ 5201441 h 5549973"/>
              <a:gd name="connsiteX77" fmla="*/ 7461 w 4553447"/>
              <a:gd name="connsiteY77" fmla="*/ 5189632 h 5549973"/>
              <a:gd name="connsiteX78" fmla="*/ 6877 w 4553447"/>
              <a:gd name="connsiteY78" fmla="*/ 5186477 h 5549973"/>
              <a:gd name="connsiteX79" fmla="*/ 7145 w 4553447"/>
              <a:gd name="connsiteY79" fmla="*/ 5183728 h 5549973"/>
              <a:gd name="connsiteX80" fmla="*/ 5710 w 4553447"/>
              <a:gd name="connsiteY80" fmla="*/ 5180163 h 5549973"/>
              <a:gd name="connsiteX81" fmla="*/ 11122 w 4553447"/>
              <a:gd name="connsiteY81" fmla="*/ 5116566 h 5549973"/>
              <a:gd name="connsiteX82" fmla="*/ 78736 w 4553447"/>
              <a:gd name="connsiteY82" fmla="*/ 3839310 h 5549973"/>
              <a:gd name="connsiteX83" fmla="*/ 303426 w 4553447"/>
              <a:gd name="connsiteY83" fmla="*/ 0 h 5549973"/>
              <a:gd name="connsiteX0" fmla="*/ 303426 w 4553447"/>
              <a:gd name="connsiteY0" fmla="*/ 0 h 5549974"/>
              <a:gd name="connsiteX1" fmla="*/ 3305612 w 4553447"/>
              <a:gd name="connsiteY1" fmla="*/ 171842 h 5549974"/>
              <a:gd name="connsiteX2" fmla="*/ 4134423 w 4553447"/>
              <a:gd name="connsiteY2" fmla="*/ 226950 h 5549974"/>
              <a:gd name="connsiteX3" fmla="*/ 4507617 w 4553447"/>
              <a:gd name="connsiteY3" fmla="*/ 247374 h 5549974"/>
              <a:gd name="connsiteX4" fmla="*/ 4535496 w 4553447"/>
              <a:gd name="connsiteY4" fmla="*/ 269179 h 5549974"/>
              <a:gd name="connsiteX5" fmla="*/ 4533722 w 4553447"/>
              <a:gd name="connsiteY5" fmla="*/ 300930 h 5549974"/>
              <a:gd name="connsiteX6" fmla="*/ 4536644 w 4553447"/>
              <a:gd name="connsiteY6" fmla="*/ 302647 h 5549974"/>
              <a:gd name="connsiteX7" fmla="*/ 4553070 w 4553447"/>
              <a:gd name="connsiteY7" fmla="*/ 334222 h 5549974"/>
              <a:gd name="connsiteX8" fmla="*/ 4530809 w 4553447"/>
              <a:gd name="connsiteY8" fmla="*/ 391868 h 5549974"/>
              <a:gd name="connsiteX9" fmla="*/ 4527321 w 4553447"/>
              <a:gd name="connsiteY9" fmla="*/ 415489 h 5549974"/>
              <a:gd name="connsiteX10" fmla="*/ 4522216 w 4553447"/>
              <a:gd name="connsiteY10" fmla="*/ 506828 h 5549974"/>
              <a:gd name="connsiteX11" fmla="*/ 4521566 w 4553447"/>
              <a:gd name="connsiteY11" fmla="*/ 553245 h 5549974"/>
              <a:gd name="connsiteX12" fmla="*/ 4518467 w 4553447"/>
              <a:gd name="connsiteY12" fmla="*/ 581709 h 5549974"/>
              <a:gd name="connsiteX13" fmla="*/ 4517798 w 4553447"/>
              <a:gd name="connsiteY13" fmla="*/ 585890 h 5549974"/>
              <a:gd name="connsiteX14" fmla="*/ 4504861 w 4553447"/>
              <a:gd name="connsiteY14" fmla="*/ 817404 h 5549974"/>
              <a:gd name="connsiteX15" fmla="*/ 4506574 w 4553447"/>
              <a:gd name="connsiteY15" fmla="*/ 822238 h 5549974"/>
              <a:gd name="connsiteX16" fmla="*/ 4504423 w 4553447"/>
              <a:gd name="connsiteY16" fmla="*/ 846069 h 5549974"/>
              <a:gd name="connsiteX17" fmla="*/ 4502823 w 4553447"/>
              <a:gd name="connsiteY17" fmla="*/ 853854 h 5549974"/>
              <a:gd name="connsiteX18" fmla="*/ 4496585 w 4553447"/>
              <a:gd name="connsiteY18" fmla="*/ 965485 h 5549974"/>
              <a:gd name="connsiteX19" fmla="*/ 4498662 w 4553447"/>
              <a:gd name="connsiteY19" fmla="*/ 966385 h 5549974"/>
              <a:gd name="connsiteX20" fmla="*/ 4502781 w 4553447"/>
              <a:gd name="connsiteY20" fmla="*/ 1002567 h 5549974"/>
              <a:gd name="connsiteX21" fmla="*/ 4497983 w 4553447"/>
              <a:gd name="connsiteY21" fmla="*/ 1101094 h 5549974"/>
              <a:gd name="connsiteX22" fmla="*/ 4497878 w 4553447"/>
              <a:gd name="connsiteY22" fmla="*/ 1159389 h 5549974"/>
              <a:gd name="connsiteX23" fmla="*/ 4502181 w 4553447"/>
              <a:gd name="connsiteY23" fmla="*/ 1180505 h 5549974"/>
              <a:gd name="connsiteX24" fmla="*/ 4505271 w 4553447"/>
              <a:gd name="connsiteY24" fmla="*/ 1210687 h 5549974"/>
              <a:gd name="connsiteX25" fmla="*/ 4514088 w 4553447"/>
              <a:gd name="connsiteY25" fmla="*/ 1263157 h 5549974"/>
              <a:gd name="connsiteX26" fmla="*/ 4516365 w 4553447"/>
              <a:gd name="connsiteY26" fmla="*/ 1313374 h 5549974"/>
              <a:gd name="connsiteX27" fmla="*/ 4515485 w 4553447"/>
              <a:gd name="connsiteY27" fmla="*/ 1347004 h 5549974"/>
              <a:gd name="connsiteX28" fmla="*/ 4515022 w 4553447"/>
              <a:gd name="connsiteY28" fmla="*/ 1351864 h 5549974"/>
              <a:gd name="connsiteX29" fmla="*/ 4505903 w 4553447"/>
              <a:gd name="connsiteY29" fmla="*/ 1391762 h 5549974"/>
              <a:gd name="connsiteX30" fmla="*/ 4509167 w 4553447"/>
              <a:gd name="connsiteY30" fmla="*/ 1395707 h 5549974"/>
              <a:gd name="connsiteX31" fmla="*/ 4512009 w 4553447"/>
              <a:gd name="connsiteY31" fmla="*/ 1408524 h 5549974"/>
              <a:gd name="connsiteX32" fmla="*/ 4507268 w 4553447"/>
              <a:gd name="connsiteY32" fmla="*/ 1419109 h 5549974"/>
              <a:gd name="connsiteX33" fmla="*/ 4497084 w 4553447"/>
              <a:gd name="connsiteY33" fmla="*/ 1469337 h 5549974"/>
              <a:gd name="connsiteX34" fmla="*/ 4486187 w 4553447"/>
              <a:gd name="connsiteY34" fmla="*/ 1543038 h 5549974"/>
              <a:gd name="connsiteX35" fmla="*/ 4481306 w 4553447"/>
              <a:gd name="connsiteY35" fmla="*/ 1553997 h 5549974"/>
              <a:gd name="connsiteX36" fmla="*/ 4466878 w 4553447"/>
              <a:gd name="connsiteY36" fmla="*/ 1626071 h 5549974"/>
              <a:gd name="connsiteX37" fmla="*/ 4463163 w 4553447"/>
              <a:gd name="connsiteY37" fmla="*/ 1664103 h 5549974"/>
              <a:gd name="connsiteX38" fmla="*/ 4466823 w 4553447"/>
              <a:gd name="connsiteY38" fmla="*/ 1668558 h 5549974"/>
              <a:gd name="connsiteX39" fmla="*/ 4465173 w 4553447"/>
              <a:gd name="connsiteY39" fmla="*/ 1679756 h 5549974"/>
              <a:gd name="connsiteX40" fmla="*/ 4465585 w 4553447"/>
              <a:gd name="connsiteY40" fmla="*/ 1682815 h 5549974"/>
              <a:gd name="connsiteX41" fmla="*/ 4467096 w 4553447"/>
              <a:gd name="connsiteY41" fmla="*/ 1700268 h 5549974"/>
              <a:gd name="connsiteX42" fmla="*/ 4455626 w 4553447"/>
              <a:gd name="connsiteY42" fmla="*/ 1735163 h 5549974"/>
              <a:gd name="connsiteX43" fmla="*/ 4453566 w 4553447"/>
              <a:gd name="connsiteY43" fmla="*/ 1735289 h 5549974"/>
              <a:gd name="connsiteX44" fmla="*/ 4445068 w 4553447"/>
              <a:gd name="connsiteY44" fmla="*/ 1887374 h 5549974"/>
              <a:gd name="connsiteX45" fmla="*/ 4453759 w 4553447"/>
              <a:gd name="connsiteY45" fmla="*/ 1911536 h 5549974"/>
              <a:gd name="connsiteX46" fmla="*/ 4456037 w 4553447"/>
              <a:gd name="connsiteY46" fmla="*/ 1961755 h 5549974"/>
              <a:gd name="connsiteX47" fmla="*/ 4455156 w 4553447"/>
              <a:gd name="connsiteY47" fmla="*/ 1995384 h 5549974"/>
              <a:gd name="connsiteX48" fmla="*/ 4454694 w 4553447"/>
              <a:gd name="connsiteY48" fmla="*/ 2000244 h 5549974"/>
              <a:gd name="connsiteX49" fmla="*/ 4445574 w 4553447"/>
              <a:gd name="connsiteY49" fmla="*/ 2040142 h 5549974"/>
              <a:gd name="connsiteX50" fmla="*/ 4448839 w 4553447"/>
              <a:gd name="connsiteY50" fmla="*/ 2044087 h 5549974"/>
              <a:gd name="connsiteX51" fmla="*/ 4451680 w 4553447"/>
              <a:gd name="connsiteY51" fmla="*/ 2056904 h 5549974"/>
              <a:gd name="connsiteX52" fmla="*/ 4446939 w 4553447"/>
              <a:gd name="connsiteY52" fmla="*/ 2067489 h 5549974"/>
              <a:gd name="connsiteX53" fmla="*/ 4436755 w 4553447"/>
              <a:gd name="connsiteY53" fmla="*/ 2117719 h 5549974"/>
              <a:gd name="connsiteX54" fmla="*/ 4429424 w 4553447"/>
              <a:gd name="connsiteY54" fmla="*/ 2167300 h 5549974"/>
              <a:gd name="connsiteX55" fmla="*/ 4373341 w 4553447"/>
              <a:gd name="connsiteY55" fmla="*/ 3223633 h 5549974"/>
              <a:gd name="connsiteX56" fmla="*/ 4360555 w 4553447"/>
              <a:gd name="connsiteY56" fmla="*/ 3477281 h 5549974"/>
              <a:gd name="connsiteX57" fmla="*/ 4349470 w 4553447"/>
              <a:gd name="connsiteY57" fmla="*/ 3639984 h 5549974"/>
              <a:gd name="connsiteX58" fmla="*/ 4258709 w 4553447"/>
              <a:gd name="connsiteY58" fmla="*/ 5278921 h 5549974"/>
              <a:gd name="connsiteX59" fmla="*/ 4264007 w 4553447"/>
              <a:gd name="connsiteY59" fmla="*/ 5315626 h 5549974"/>
              <a:gd name="connsiteX60" fmla="*/ 4267541 w 4553447"/>
              <a:gd name="connsiteY60" fmla="*/ 5350090 h 5549974"/>
              <a:gd name="connsiteX61" fmla="*/ 4270373 w 4553447"/>
              <a:gd name="connsiteY61" fmla="*/ 5450399 h 5549974"/>
              <a:gd name="connsiteX62" fmla="*/ 4251816 w 4553447"/>
              <a:gd name="connsiteY62" fmla="*/ 5484804 h 5549974"/>
              <a:gd name="connsiteX63" fmla="*/ 4247164 w 4553447"/>
              <a:gd name="connsiteY63" fmla="*/ 5487504 h 5549974"/>
              <a:gd name="connsiteX64" fmla="*/ 4243707 w 4553447"/>
              <a:gd name="connsiteY64" fmla="*/ 5549951 h 5549974"/>
              <a:gd name="connsiteX65" fmla="*/ 310344 w 4553447"/>
              <a:gd name="connsiteY65" fmla="*/ 5297261 h 5549974"/>
              <a:gd name="connsiteX66" fmla="*/ 0 w 4553447"/>
              <a:gd name="connsiteY66" fmla="*/ 5280167 h 5549974"/>
              <a:gd name="connsiteX67" fmla="*/ 4324 w 4553447"/>
              <a:gd name="connsiteY67" fmla="*/ 5239903 h 5549974"/>
              <a:gd name="connsiteX68" fmla="*/ 8544 w 4553447"/>
              <a:gd name="connsiteY68" fmla="*/ 5233298 h 5549974"/>
              <a:gd name="connsiteX69" fmla="*/ 8813 w 4553447"/>
              <a:gd name="connsiteY69" fmla="*/ 5230552 h 5549974"/>
              <a:gd name="connsiteX70" fmla="*/ 9083 w 4553447"/>
              <a:gd name="connsiteY70" fmla="*/ 5227804 h 5549974"/>
              <a:gd name="connsiteX71" fmla="*/ 9620 w 4553447"/>
              <a:gd name="connsiteY71" fmla="*/ 5222308 h 5549974"/>
              <a:gd name="connsiteX72" fmla="*/ 9305 w 4553447"/>
              <a:gd name="connsiteY72" fmla="*/ 5216405 h 5549974"/>
              <a:gd name="connsiteX73" fmla="*/ 8721 w 4553447"/>
              <a:gd name="connsiteY73" fmla="*/ 5213249 h 5549974"/>
              <a:gd name="connsiteX74" fmla="*/ 8990 w 4553447"/>
              <a:gd name="connsiteY74" fmla="*/ 5210500 h 5549974"/>
              <a:gd name="connsiteX75" fmla="*/ 8674 w 4553447"/>
              <a:gd name="connsiteY75" fmla="*/ 5204597 h 5549974"/>
              <a:gd name="connsiteX76" fmla="*/ 8091 w 4553447"/>
              <a:gd name="connsiteY76" fmla="*/ 5201441 h 5549974"/>
              <a:gd name="connsiteX77" fmla="*/ 7461 w 4553447"/>
              <a:gd name="connsiteY77" fmla="*/ 5189632 h 5549974"/>
              <a:gd name="connsiteX78" fmla="*/ 6877 w 4553447"/>
              <a:gd name="connsiteY78" fmla="*/ 5186477 h 5549974"/>
              <a:gd name="connsiteX79" fmla="*/ 7145 w 4553447"/>
              <a:gd name="connsiteY79" fmla="*/ 5183728 h 5549974"/>
              <a:gd name="connsiteX80" fmla="*/ 5710 w 4553447"/>
              <a:gd name="connsiteY80" fmla="*/ 5180163 h 5549974"/>
              <a:gd name="connsiteX81" fmla="*/ 11122 w 4553447"/>
              <a:gd name="connsiteY81" fmla="*/ 5116566 h 5549974"/>
              <a:gd name="connsiteX82" fmla="*/ 78736 w 4553447"/>
              <a:gd name="connsiteY82" fmla="*/ 3839310 h 5549974"/>
              <a:gd name="connsiteX83" fmla="*/ 303426 w 4553447"/>
              <a:gd name="connsiteY83" fmla="*/ 0 h 5549974"/>
              <a:gd name="connsiteX0" fmla="*/ 303343 w 4553364"/>
              <a:gd name="connsiteY0" fmla="*/ 0 h 5549974"/>
              <a:gd name="connsiteX1" fmla="*/ 3305529 w 4553364"/>
              <a:gd name="connsiteY1" fmla="*/ 171842 h 5549974"/>
              <a:gd name="connsiteX2" fmla="*/ 4134340 w 4553364"/>
              <a:gd name="connsiteY2" fmla="*/ 226950 h 5549974"/>
              <a:gd name="connsiteX3" fmla="*/ 4507534 w 4553364"/>
              <a:gd name="connsiteY3" fmla="*/ 247374 h 5549974"/>
              <a:gd name="connsiteX4" fmla="*/ 4535413 w 4553364"/>
              <a:gd name="connsiteY4" fmla="*/ 269179 h 5549974"/>
              <a:gd name="connsiteX5" fmla="*/ 4533639 w 4553364"/>
              <a:gd name="connsiteY5" fmla="*/ 300930 h 5549974"/>
              <a:gd name="connsiteX6" fmla="*/ 4536561 w 4553364"/>
              <a:gd name="connsiteY6" fmla="*/ 302647 h 5549974"/>
              <a:gd name="connsiteX7" fmla="*/ 4552987 w 4553364"/>
              <a:gd name="connsiteY7" fmla="*/ 334222 h 5549974"/>
              <a:gd name="connsiteX8" fmla="*/ 4530726 w 4553364"/>
              <a:gd name="connsiteY8" fmla="*/ 391868 h 5549974"/>
              <a:gd name="connsiteX9" fmla="*/ 4527238 w 4553364"/>
              <a:gd name="connsiteY9" fmla="*/ 415489 h 5549974"/>
              <a:gd name="connsiteX10" fmla="*/ 4522133 w 4553364"/>
              <a:gd name="connsiteY10" fmla="*/ 506828 h 5549974"/>
              <a:gd name="connsiteX11" fmla="*/ 4521483 w 4553364"/>
              <a:gd name="connsiteY11" fmla="*/ 553245 h 5549974"/>
              <a:gd name="connsiteX12" fmla="*/ 4518384 w 4553364"/>
              <a:gd name="connsiteY12" fmla="*/ 581709 h 5549974"/>
              <a:gd name="connsiteX13" fmla="*/ 4517715 w 4553364"/>
              <a:gd name="connsiteY13" fmla="*/ 585890 h 5549974"/>
              <a:gd name="connsiteX14" fmla="*/ 4504778 w 4553364"/>
              <a:gd name="connsiteY14" fmla="*/ 817404 h 5549974"/>
              <a:gd name="connsiteX15" fmla="*/ 4506491 w 4553364"/>
              <a:gd name="connsiteY15" fmla="*/ 822238 h 5549974"/>
              <a:gd name="connsiteX16" fmla="*/ 4504340 w 4553364"/>
              <a:gd name="connsiteY16" fmla="*/ 846069 h 5549974"/>
              <a:gd name="connsiteX17" fmla="*/ 4502740 w 4553364"/>
              <a:gd name="connsiteY17" fmla="*/ 853854 h 5549974"/>
              <a:gd name="connsiteX18" fmla="*/ 4496502 w 4553364"/>
              <a:gd name="connsiteY18" fmla="*/ 965485 h 5549974"/>
              <a:gd name="connsiteX19" fmla="*/ 4498579 w 4553364"/>
              <a:gd name="connsiteY19" fmla="*/ 966385 h 5549974"/>
              <a:gd name="connsiteX20" fmla="*/ 4502698 w 4553364"/>
              <a:gd name="connsiteY20" fmla="*/ 1002567 h 5549974"/>
              <a:gd name="connsiteX21" fmla="*/ 4497900 w 4553364"/>
              <a:gd name="connsiteY21" fmla="*/ 1101094 h 5549974"/>
              <a:gd name="connsiteX22" fmla="*/ 4497795 w 4553364"/>
              <a:gd name="connsiteY22" fmla="*/ 1159389 h 5549974"/>
              <a:gd name="connsiteX23" fmla="*/ 4502098 w 4553364"/>
              <a:gd name="connsiteY23" fmla="*/ 1180505 h 5549974"/>
              <a:gd name="connsiteX24" fmla="*/ 4505188 w 4553364"/>
              <a:gd name="connsiteY24" fmla="*/ 1210687 h 5549974"/>
              <a:gd name="connsiteX25" fmla="*/ 4514005 w 4553364"/>
              <a:gd name="connsiteY25" fmla="*/ 1263157 h 5549974"/>
              <a:gd name="connsiteX26" fmla="*/ 4516282 w 4553364"/>
              <a:gd name="connsiteY26" fmla="*/ 1313374 h 5549974"/>
              <a:gd name="connsiteX27" fmla="*/ 4515402 w 4553364"/>
              <a:gd name="connsiteY27" fmla="*/ 1347004 h 5549974"/>
              <a:gd name="connsiteX28" fmla="*/ 4514939 w 4553364"/>
              <a:gd name="connsiteY28" fmla="*/ 1351864 h 5549974"/>
              <a:gd name="connsiteX29" fmla="*/ 4505820 w 4553364"/>
              <a:gd name="connsiteY29" fmla="*/ 1391762 h 5549974"/>
              <a:gd name="connsiteX30" fmla="*/ 4509084 w 4553364"/>
              <a:gd name="connsiteY30" fmla="*/ 1395707 h 5549974"/>
              <a:gd name="connsiteX31" fmla="*/ 4511926 w 4553364"/>
              <a:gd name="connsiteY31" fmla="*/ 1408524 h 5549974"/>
              <a:gd name="connsiteX32" fmla="*/ 4507185 w 4553364"/>
              <a:gd name="connsiteY32" fmla="*/ 1419109 h 5549974"/>
              <a:gd name="connsiteX33" fmla="*/ 4497001 w 4553364"/>
              <a:gd name="connsiteY33" fmla="*/ 1469337 h 5549974"/>
              <a:gd name="connsiteX34" fmla="*/ 4486104 w 4553364"/>
              <a:gd name="connsiteY34" fmla="*/ 1543038 h 5549974"/>
              <a:gd name="connsiteX35" fmla="*/ 4481223 w 4553364"/>
              <a:gd name="connsiteY35" fmla="*/ 1553997 h 5549974"/>
              <a:gd name="connsiteX36" fmla="*/ 4466795 w 4553364"/>
              <a:gd name="connsiteY36" fmla="*/ 1626071 h 5549974"/>
              <a:gd name="connsiteX37" fmla="*/ 4463080 w 4553364"/>
              <a:gd name="connsiteY37" fmla="*/ 1664103 h 5549974"/>
              <a:gd name="connsiteX38" fmla="*/ 4466740 w 4553364"/>
              <a:gd name="connsiteY38" fmla="*/ 1668558 h 5549974"/>
              <a:gd name="connsiteX39" fmla="*/ 4465090 w 4553364"/>
              <a:gd name="connsiteY39" fmla="*/ 1679756 h 5549974"/>
              <a:gd name="connsiteX40" fmla="*/ 4465502 w 4553364"/>
              <a:gd name="connsiteY40" fmla="*/ 1682815 h 5549974"/>
              <a:gd name="connsiteX41" fmla="*/ 4467013 w 4553364"/>
              <a:gd name="connsiteY41" fmla="*/ 1700268 h 5549974"/>
              <a:gd name="connsiteX42" fmla="*/ 4455543 w 4553364"/>
              <a:gd name="connsiteY42" fmla="*/ 1735163 h 5549974"/>
              <a:gd name="connsiteX43" fmla="*/ 4453483 w 4553364"/>
              <a:gd name="connsiteY43" fmla="*/ 1735289 h 5549974"/>
              <a:gd name="connsiteX44" fmla="*/ 4444985 w 4553364"/>
              <a:gd name="connsiteY44" fmla="*/ 1887374 h 5549974"/>
              <a:gd name="connsiteX45" fmla="*/ 4453676 w 4553364"/>
              <a:gd name="connsiteY45" fmla="*/ 1911536 h 5549974"/>
              <a:gd name="connsiteX46" fmla="*/ 4455954 w 4553364"/>
              <a:gd name="connsiteY46" fmla="*/ 1961755 h 5549974"/>
              <a:gd name="connsiteX47" fmla="*/ 4455073 w 4553364"/>
              <a:gd name="connsiteY47" fmla="*/ 1995384 h 5549974"/>
              <a:gd name="connsiteX48" fmla="*/ 4454611 w 4553364"/>
              <a:gd name="connsiteY48" fmla="*/ 2000244 h 5549974"/>
              <a:gd name="connsiteX49" fmla="*/ 4445491 w 4553364"/>
              <a:gd name="connsiteY49" fmla="*/ 2040142 h 5549974"/>
              <a:gd name="connsiteX50" fmla="*/ 4448756 w 4553364"/>
              <a:gd name="connsiteY50" fmla="*/ 2044087 h 5549974"/>
              <a:gd name="connsiteX51" fmla="*/ 4451597 w 4553364"/>
              <a:gd name="connsiteY51" fmla="*/ 2056904 h 5549974"/>
              <a:gd name="connsiteX52" fmla="*/ 4446856 w 4553364"/>
              <a:gd name="connsiteY52" fmla="*/ 2067489 h 5549974"/>
              <a:gd name="connsiteX53" fmla="*/ 4436672 w 4553364"/>
              <a:gd name="connsiteY53" fmla="*/ 2117719 h 5549974"/>
              <a:gd name="connsiteX54" fmla="*/ 4429341 w 4553364"/>
              <a:gd name="connsiteY54" fmla="*/ 2167300 h 5549974"/>
              <a:gd name="connsiteX55" fmla="*/ 4373258 w 4553364"/>
              <a:gd name="connsiteY55" fmla="*/ 3223633 h 5549974"/>
              <a:gd name="connsiteX56" fmla="*/ 4360472 w 4553364"/>
              <a:gd name="connsiteY56" fmla="*/ 3477281 h 5549974"/>
              <a:gd name="connsiteX57" fmla="*/ 4349387 w 4553364"/>
              <a:gd name="connsiteY57" fmla="*/ 3639984 h 5549974"/>
              <a:gd name="connsiteX58" fmla="*/ 4258626 w 4553364"/>
              <a:gd name="connsiteY58" fmla="*/ 5278921 h 5549974"/>
              <a:gd name="connsiteX59" fmla="*/ 4263924 w 4553364"/>
              <a:gd name="connsiteY59" fmla="*/ 5315626 h 5549974"/>
              <a:gd name="connsiteX60" fmla="*/ 4267458 w 4553364"/>
              <a:gd name="connsiteY60" fmla="*/ 5350090 h 5549974"/>
              <a:gd name="connsiteX61" fmla="*/ 4270290 w 4553364"/>
              <a:gd name="connsiteY61" fmla="*/ 5450399 h 5549974"/>
              <a:gd name="connsiteX62" fmla="*/ 4251733 w 4553364"/>
              <a:gd name="connsiteY62" fmla="*/ 5484804 h 5549974"/>
              <a:gd name="connsiteX63" fmla="*/ 4247081 w 4553364"/>
              <a:gd name="connsiteY63" fmla="*/ 5487504 h 5549974"/>
              <a:gd name="connsiteX64" fmla="*/ 4243624 w 4553364"/>
              <a:gd name="connsiteY64" fmla="*/ 5549951 h 5549974"/>
              <a:gd name="connsiteX65" fmla="*/ 310261 w 4553364"/>
              <a:gd name="connsiteY65" fmla="*/ 5297261 h 5549974"/>
              <a:gd name="connsiteX66" fmla="*/ 0 w 4553364"/>
              <a:gd name="connsiteY66" fmla="*/ 5293146 h 5549974"/>
              <a:gd name="connsiteX67" fmla="*/ 4241 w 4553364"/>
              <a:gd name="connsiteY67" fmla="*/ 5239903 h 5549974"/>
              <a:gd name="connsiteX68" fmla="*/ 8461 w 4553364"/>
              <a:gd name="connsiteY68" fmla="*/ 5233298 h 5549974"/>
              <a:gd name="connsiteX69" fmla="*/ 8730 w 4553364"/>
              <a:gd name="connsiteY69" fmla="*/ 5230552 h 5549974"/>
              <a:gd name="connsiteX70" fmla="*/ 9000 w 4553364"/>
              <a:gd name="connsiteY70" fmla="*/ 5227804 h 5549974"/>
              <a:gd name="connsiteX71" fmla="*/ 9537 w 4553364"/>
              <a:gd name="connsiteY71" fmla="*/ 5222308 h 5549974"/>
              <a:gd name="connsiteX72" fmla="*/ 9222 w 4553364"/>
              <a:gd name="connsiteY72" fmla="*/ 5216405 h 5549974"/>
              <a:gd name="connsiteX73" fmla="*/ 8638 w 4553364"/>
              <a:gd name="connsiteY73" fmla="*/ 5213249 h 5549974"/>
              <a:gd name="connsiteX74" fmla="*/ 8907 w 4553364"/>
              <a:gd name="connsiteY74" fmla="*/ 5210500 h 5549974"/>
              <a:gd name="connsiteX75" fmla="*/ 8591 w 4553364"/>
              <a:gd name="connsiteY75" fmla="*/ 5204597 h 5549974"/>
              <a:gd name="connsiteX76" fmla="*/ 8008 w 4553364"/>
              <a:gd name="connsiteY76" fmla="*/ 5201441 h 5549974"/>
              <a:gd name="connsiteX77" fmla="*/ 7378 w 4553364"/>
              <a:gd name="connsiteY77" fmla="*/ 5189632 h 5549974"/>
              <a:gd name="connsiteX78" fmla="*/ 6794 w 4553364"/>
              <a:gd name="connsiteY78" fmla="*/ 5186477 h 5549974"/>
              <a:gd name="connsiteX79" fmla="*/ 7062 w 4553364"/>
              <a:gd name="connsiteY79" fmla="*/ 5183728 h 5549974"/>
              <a:gd name="connsiteX80" fmla="*/ 5627 w 4553364"/>
              <a:gd name="connsiteY80" fmla="*/ 5180163 h 5549974"/>
              <a:gd name="connsiteX81" fmla="*/ 11039 w 4553364"/>
              <a:gd name="connsiteY81" fmla="*/ 5116566 h 5549974"/>
              <a:gd name="connsiteX82" fmla="*/ 78653 w 4553364"/>
              <a:gd name="connsiteY82" fmla="*/ 3839310 h 5549974"/>
              <a:gd name="connsiteX83" fmla="*/ 303343 w 4553364"/>
              <a:gd name="connsiteY83" fmla="*/ 0 h 5549974"/>
              <a:gd name="connsiteX0" fmla="*/ 303343 w 4553364"/>
              <a:gd name="connsiteY0" fmla="*/ 0 h 5549951"/>
              <a:gd name="connsiteX1" fmla="*/ 3305529 w 4553364"/>
              <a:gd name="connsiteY1" fmla="*/ 171842 h 5549951"/>
              <a:gd name="connsiteX2" fmla="*/ 4134340 w 4553364"/>
              <a:gd name="connsiteY2" fmla="*/ 226950 h 5549951"/>
              <a:gd name="connsiteX3" fmla="*/ 4507534 w 4553364"/>
              <a:gd name="connsiteY3" fmla="*/ 247374 h 5549951"/>
              <a:gd name="connsiteX4" fmla="*/ 4535413 w 4553364"/>
              <a:gd name="connsiteY4" fmla="*/ 269179 h 5549951"/>
              <a:gd name="connsiteX5" fmla="*/ 4533639 w 4553364"/>
              <a:gd name="connsiteY5" fmla="*/ 300930 h 5549951"/>
              <a:gd name="connsiteX6" fmla="*/ 4536561 w 4553364"/>
              <a:gd name="connsiteY6" fmla="*/ 302647 h 5549951"/>
              <a:gd name="connsiteX7" fmla="*/ 4552987 w 4553364"/>
              <a:gd name="connsiteY7" fmla="*/ 334222 h 5549951"/>
              <a:gd name="connsiteX8" fmla="*/ 4530726 w 4553364"/>
              <a:gd name="connsiteY8" fmla="*/ 391868 h 5549951"/>
              <a:gd name="connsiteX9" fmla="*/ 4527238 w 4553364"/>
              <a:gd name="connsiteY9" fmla="*/ 415489 h 5549951"/>
              <a:gd name="connsiteX10" fmla="*/ 4522133 w 4553364"/>
              <a:gd name="connsiteY10" fmla="*/ 506828 h 5549951"/>
              <a:gd name="connsiteX11" fmla="*/ 4521483 w 4553364"/>
              <a:gd name="connsiteY11" fmla="*/ 553245 h 5549951"/>
              <a:gd name="connsiteX12" fmla="*/ 4518384 w 4553364"/>
              <a:gd name="connsiteY12" fmla="*/ 581709 h 5549951"/>
              <a:gd name="connsiteX13" fmla="*/ 4517715 w 4553364"/>
              <a:gd name="connsiteY13" fmla="*/ 585890 h 5549951"/>
              <a:gd name="connsiteX14" fmla="*/ 4504778 w 4553364"/>
              <a:gd name="connsiteY14" fmla="*/ 817404 h 5549951"/>
              <a:gd name="connsiteX15" fmla="*/ 4506491 w 4553364"/>
              <a:gd name="connsiteY15" fmla="*/ 822238 h 5549951"/>
              <a:gd name="connsiteX16" fmla="*/ 4504340 w 4553364"/>
              <a:gd name="connsiteY16" fmla="*/ 846069 h 5549951"/>
              <a:gd name="connsiteX17" fmla="*/ 4502740 w 4553364"/>
              <a:gd name="connsiteY17" fmla="*/ 853854 h 5549951"/>
              <a:gd name="connsiteX18" fmla="*/ 4496502 w 4553364"/>
              <a:gd name="connsiteY18" fmla="*/ 965485 h 5549951"/>
              <a:gd name="connsiteX19" fmla="*/ 4498579 w 4553364"/>
              <a:gd name="connsiteY19" fmla="*/ 966385 h 5549951"/>
              <a:gd name="connsiteX20" fmla="*/ 4502698 w 4553364"/>
              <a:gd name="connsiteY20" fmla="*/ 1002567 h 5549951"/>
              <a:gd name="connsiteX21" fmla="*/ 4497900 w 4553364"/>
              <a:gd name="connsiteY21" fmla="*/ 1101094 h 5549951"/>
              <a:gd name="connsiteX22" fmla="*/ 4497795 w 4553364"/>
              <a:gd name="connsiteY22" fmla="*/ 1159389 h 5549951"/>
              <a:gd name="connsiteX23" fmla="*/ 4502098 w 4553364"/>
              <a:gd name="connsiteY23" fmla="*/ 1180505 h 5549951"/>
              <a:gd name="connsiteX24" fmla="*/ 4505188 w 4553364"/>
              <a:gd name="connsiteY24" fmla="*/ 1210687 h 5549951"/>
              <a:gd name="connsiteX25" fmla="*/ 4514005 w 4553364"/>
              <a:gd name="connsiteY25" fmla="*/ 1263157 h 5549951"/>
              <a:gd name="connsiteX26" fmla="*/ 4516282 w 4553364"/>
              <a:gd name="connsiteY26" fmla="*/ 1313374 h 5549951"/>
              <a:gd name="connsiteX27" fmla="*/ 4515402 w 4553364"/>
              <a:gd name="connsiteY27" fmla="*/ 1347004 h 5549951"/>
              <a:gd name="connsiteX28" fmla="*/ 4514939 w 4553364"/>
              <a:gd name="connsiteY28" fmla="*/ 1351864 h 5549951"/>
              <a:gd name="connsiteX29" fmla="*/ 4505820 w 4553364"/>
              <a:gd name="connsiteY29" fmla="*/ 1391762 h 5549951"/>
              <a:gd name="connsiteX30" fmla="*/ 4509084 w 4553364"/>
              <a:gd name="connsiteY30" fmla="*/ 1395707 h 5549951"/>
              <a:gd name="connsiteX31" fmla="*/ 4511926 w 4553364"/>
              <a:gd name="connsiteY31" fmla="*/ 1408524 h 5549951"/>
              <a:gd name="connsiteX32" fmla="*/ 4507185 w 4553364"/>
              <a:gd name="connsiteY32" fmla="*/ 1419109 h 5549951"/>
              <a:gd name="connsiteX33" fmla="*/ 4497001 w 4553364"/>
              <a:gd name="connsiteY33" fmla="*/ 1469337 h 5549951"/>
              <a:gd name="connsiteX34" fmla="*/ 4486104 w 4553364"/>
              <a:gd name="connsiteY34" fmla="*/ 1543038 h 5549951"/>
              <a:gd name="connsiteX35" fmla="*/ 4481223 w 4553364"/>
              <a:gd name="connsiteY35" fmla="*/ 1553997 h 5549951"/>
              <a:gd name="connsiteX36" fmla="*/ 4466795 w 4553364"/>
              <a:gd name="connsiteY36" fmla="*/ 1626071 h 5549951"/>
              <a:gd name="connsiteX37" fmla="*/ 4463080 w 4553364"/>
              <a:gd name="connsiteY37" fmla="*/ 1664103 h 5549951"/>
              <a:gd name="connsiteX38" fmla="*/ 4466740 w 4553364"/>
              <a:gd name="connsiteY38" fmla="*/ 1668558 h 5549951"/>
              <a:gd name="connsiteX39" fmla="*/ 4465090 w 4553364"/>
              <a:gd name="connsiteY39" fmla="*/ 1679756 h 5549951"/>
              <a:gd name="connsiteX40" fmla="*/ 4465502 w 4553364"/>
              <a:gd name="connsiteY40" fmla="*/ 1682815 h 5549951"/>
              <a:gd name="connsiteX41" fmla="*/ 4467013 w 4553364"/>
              <a:gd name="connsiteY41" fmla="*/ 1700268 h 5549951"/>
              <a:gd name="connsiteX42" fmla="*/ 4455543 w 4553364"/>
              <a:gd name="connsiteY42" fmla="*/ 1735163 h 5549951"/>
              <a:gd name="connsiteX43" fmla="*/ 4453483 w 4553364"/>
              <a:gd name="connsiteY43" fmla="*/ 1735289 h 5549951"/>
              <a:gd name="connsiteX44" fmla="*/ 4444985 w 4553364"/>
              <a:gd name="connsiteY44" fmla="*/ 1887374 h 5549951"/>
              <a:gd name="connsiteX45" fmla="*/ 4453676 w 4553364"/>
              <a:gd name="connsiteY45" fmla="*/ 1911536 h 5549951"/>
              <a:gd name="connsiteX46" fmla="*/ 4455954 w 4553364"/>
              <a:gd name="connsiteY46" fmla="*/ 1961755 h 5549951"/>
              <a:gd name="connsiteX47" fmla="*/ 4455073 w 4553364"/>
              <a:gd name="connsiteY47" fmla="*/ 1995384 h 5549951"/>
              <a:gd name="connsiteX48" fmla="*/ 4454611 w 4553364"/>
              <a:gd name="connsiteY48" fmla="*/ 2000244 h 5549951"/>
              <a:gd name="connsiteX49" fmla="*/ 4445491 w 4553364"/>
              <a:gd name="connsiteY49" fmla="*/ 2040142 h 5549951"/>
              <a:gd name="connsiteX50" fmla="*/ 4448756 w 4553364"/>
              <a:gd name="connsiteY50" fmla="*/ 2044087 h 5549951"/>
              <a:gd name="connsiteX51" fmla="*/ 4451597 w 4553364"/>
              <a:gd name="connsiteY51" fmla="*/ 2056904 h 5549951"/>
              <a:gd name="connsiteX52" fmla="*/ 4446856 w 4553364"/>
              <a:gd name="connsiteY52" fmla="*/ 2067489 h 5549951"/>
              <a:gd name="connsiteX53" fmla="*/ 4436672 w 4553364"/>
              <a:gd name="connsiteY53" fmla="*/ 2117719 h 5549951"/>
              <a:gd name="connsiteX54" fmla="*/ 4429341 w 4553364"/>
              <a:gd name="connsiteY54" fmla="*/ 2167300 h 5549951"/>
              <a:gd name="connsiteX55" fmla="*/ 4373258 w 4553364"/>
              <a:gd name="connsiteY55" fmla="*/ 3223633 h 5549951"/>
              <a:gd name="connsiteX56" fmla="*/ 4360472 w 4553364"/>
              <a:gd name="connsiteY56" fmla="*/ 3477281 h 5549951"/>
              <a:gd name="connsiteX57" fmla="*/ 4349387 w 4553364"/>
              <a:gd name="connsiteY57" fmla="*/ 3639984 h 5549951"/>
              <a:gd name="connsiteX58" fmla="*/ 4258626 w 4553364"/>
              <a:gd name="connsiteY58" fmla="*/ 5278921 h 5549951"/>
              <a:gd name="connsiteX59" fmla="*/ 4263924 w 4553364"/>
              <a:gd name="connsiteY59" fmla="*/ 5315626 h 5549951"/>
              <a:gd name="connsiteX60" fmla="*/ 4267458 w 4553364"/>
              <a:gd name="connsiteY60" fmla="*/ 5350090 h 5549951"/>
              <a:gd name="connsiteX61" fmla="*/ 4270290 w 4553364"/>
              <a:gd name="connsiteY61" fmla="*/ 5450399 h 5549951"/>
              <a:gd name="connsiteX62" fmla="*/ 4251733 w 4553364"/>
              <a:gd name="connsiteY62" fmla="*/ 5484804 h 5549951"/>
              <a:gd name="connsiteX63" fmla="*/ 4247081 w 4553364"/>
              <a:gd name="connsiteY63" fmla="*/ 5487504 h 5549951"/>
              <a:gd name="connsiteX64" fmla="*/ 4243624 w 4553364"/>
              <a:gd name="connsiteY64" fmla="*/ 5549951 h 5549951"/>
              <a:gd name="connsiteX65" fmla="*/ 0 w 4553364"/>
              <a:gd name="connsiteY65" fmla="*/ 5293146 h 5549951"/>
              <a:gd name="connsiteX66" fmla="*/ 4241 w 4553364"/>
              <a:gd name="connsiteY66" fmla="*/ 5239903 h 5549951"/>
              <a:gd name="connsiteX67" fmla="*/ 8461 w 4553364"/>
              <a:gd name="connsiteY67" fmla="*/ 5233298 h 5549951"/>
              <a:gd name="connsiteX68" fmla="*/ 8730 w 4553364"/>
              <a:gd name="connsiteY68" fmla="*/ 5230552 h 5549951"/>
              <a:gd name="connsiteX69" fmla="*/ 9000 w 4553364"/>
              <a:gd name="connsiteY69" fmla="*/ 5227804 h 5549951"/>
              <a:gd name="connsiteX70" fmla="*/ 9537 w 4553364"/>
              <a:gd name="connsiteY70" fmla="*/ 5222308 h 5549951"/>
              <a:gd name="connsiteX71" fmla="*/ 9222 w 4553364"/>
              <a:gd name="connsiteY71" fmla="*/ 5216405 h 5549951"/>
              <a:gd name="connsiteX72" fmla="*/ 8638 w 4553364"/>
              <a:gd name="connsiteY72" fmla="*/ 5213249 h 5549951"/>
              <a:gd name="connsiteX73" fmla="*/ 8907 w 4553364"/>
              <a:gd name="connsiteY73" fmla="*/ 5210500 h 5549951"/>
              <a:gd name="connsiteX74" fmla="*/ 8591 w 4553364"/>
              <a:gd name="connsiteY74" fmla="*/ 5204597 h 5549951"/>
              <a:gd name="connsiteX75" fmla="*/ 8008 w 4553364"/>
              <a:gd name="connsiteY75" fmla="*/ 5201441 h 5549951"/>
              <a:gd name="connsiteX76" fmla="*/ 7378 w 4553364"/>
              <a:gd name="connsiteY76" fmla="*/ 5189632 h 5549951"/>
              <a:gd name="connsiteX77" fmla="*/ 6794 w 4553364"/>
              <a:gd name="connsiteY77" fmla="*/ 5186477 h 5549951"/>
              <a:gd name="connsiteX78" fmla="*/ 7062 w 4553364"/>
              <a:gd name="connsiteY78" fmla="*/ 5183728 h 5549951"/>
              <a:gd name="connsiteX79" fmla="*/ 5627 w 4553364"/>
              <a:gd name="connsiteY79" fmla="*/ 5180163 h 5549951"/>
              <a:gd name="connsiteX80" fmla="*/ 11039 w 4553364"/>
              <a:gd name="connsiteY80" fmla="*/ 5116566 h 5549951"/>
              <a:gd name="connsiteX81" fmla="*/ 78653 w 4553364"/>
              <a:gd name="connsiteY81" fmla="*/ 3839310 h 5549951"/>
              <a:gd name="connsiteX82" fmla="*/ 303343 w 4553364"/>
              <a:gd name="connsiteY82" fmla="*/ 0 h 5549951"/>
              <a:gd name="connsiteX0" fmla="*/ 303549 w 4553570"/>
              <a:gd name="connsiteY0" fmla="*/ 0 h 5549951"/>
              <a:gd name="connsiteX1" fmla="*/ 3305735 w 4553570"/>
              <a:gd name="connsiteY1" fmla="*/ 171842 h 5549951"/>
              <a:gd name="connsiteX2" fmla="*/ 4134546 w 4553570"/>
              <a:gd name="connsiteY2" fmla="*/ 226950 h 5549951"/>
              <a:gd name="connsiteX3" fmla="*/ 4507740 w 4553570"/>
              <a:gd name="connsiteY3" fmla="*/ 247374 h 5549951"/>
              <a:gd name="connsiteX4" fmla="*/ 4535619 w 4553570"/>
              <a:gd name="connsiteY4" fmla="*/ 269179 h 5549951"/>
              <a:gd name="connsiteX5" fmla="*/ 4533845 w 4553570"/>
              <a:gd name="connsiteY5" fmla="*/ 300930 h 5549951"/>
              <a:gd name="connsiteX6" fmla="*/ 4536767 w 4553570"/>
              <a:gd name="connsiteY6" fmla="*/ 302647 h 5549951"/>
              <a:gd name="connsiteX7" fmla="*/ 4553193 w 4553570"/>
              <a:gd name="connsiteY7" fmla="*/ 334222 h 5549951"/>
              <a:gd name="connsiteX8" fmla="*/ 4530932 w 4553570"/>
              <a:gd name="connsiteY8" fmla="*/ 391868 h 5549951"/>
              <a:gd name="connsiteX9" fmla="*/ 4527444 w 4553570"/>
              <a:gd name="connsiteY9" fmla="*/ 415489 h 5549951"/>
              <a:gd name="connsiteX10" fmla="*/ 4522339 w 4553570"/>
              <a:gd name="connsiteY10" fmla="*/ 506828 h 5549951"/>
              <a:gd name="connsiteX11" fmla="*/ 4521689 w 4553570"/>
              <a:gd name="connsiteY11" fmla="*/ 553245 h 5549951"/>
              <a:gd name="connsiteX12" fmla="*/ 4518590 w 4553570"/>
              <a:gd name="connsiteY12" fmla="*/ 581709 h 5549951"/>
              <a:gd name="connsiteX13" fmla="*/ 4517921 w 4553570"/>
              <a:gd name="connsiteY13" fmla="*/ 585890 h 5549951"/>
              <a:gd name="connsiteX14" fmla="*/ 4504984 w 4553570"/>
              <a:gd name="connsiteY14" fmla="*/ 817404 h 5549951"/>
              <a:gd name="connsiteX15" fmla="*/ 4506697 w 4553570"/>
              <a:gd name="connsiteY15" fmla="*/ 822238 h 5549951"/>
              <a:gd name="connsiteX16" fmla="*/ 4504546 w 4553570"/>
              <a:gd name="connsiteY16" fmla="*/ 846069 h 5549951"/>
              <a:gd name="connsiteX17" fmla="*/ 4502946 w 4553570"/>
              <a:gd name="connsiteY17" fmla="*/ 853854 h 5549951"/>
              <a:gd name="connsiteX18" fmla="*/ 4496708 w 4553570"/>
              <a:gd name="connsiteY18" fmla="*/ 965485 h 5549951"/>
              <a:gd name="connsiteX19" fmla="*/ 4498785 w 4553570"/>
              <a:gd name="connsiteY19" fmla="*/ 966385 h 5549951"/>
              <a:gd name="connsiteX20" fmla="*/ 4502904 w 4553570"/>
              <a:gd name="connsiteY20" fmla="*/ 1002567 h 5549951"/>
              <a:gd name="connsiteX21" fmla="*/ 4498106 w 4553570"/>
              <a:gd name="connsiteY21" fmla="*/ 1101094 h 5549951"/>
              <a:gd name="connsiteX22" fmla="*/ 4498001 w 4553570"/>
              <a:gd name="connsiteY22" fmla="*/ 1159389 h 5549951"/>
              <a:gd name="connsiteX23" fmla="*/ 4502304 w 4553570"/>
              <a:gd name="connsiteY23" fmla="*/ 1180505 h 5549951"/>
              <a:gd name="connsiteX24" fmla="*/ 4505394 w 4553570"/>
              <a:gd name="connsiteY24" fmla="*/ 1210687 h 5549951"/>
              <a:gd name="connsiteX25" fmla="*/ 4514211 w 4553570"/>
              <a:gd name="connsiteY25" fmla="*/ 1263157 h 5549951"/>
              <a:gd name="connsiteX26" fmla="*/ 4516488 w 4553570"/>
              <a:gd name="connsiteY26" fmla="*/ 1313374 h 5549951"/>
              <a:gd name="connsiteX27" fmla="*/ 4515608 w 4553570"/>
              <a:gd name="connsiteY27" fmla="*/ 1347004 h 5549951"/>
              <a:gd name="connsiteX28" fmla="*/ 4515145 w 4553570"/>
              <a:gd name="connsiteY28" fmla="*/ 1351864 h 5549951"/>
              <a:gd name="connsiteX29" fmla="*/ 4506026 w 4553570"/>
              <a:gd name="connsiteY29" fmla="*/ 1391762 h 5549951"/>
              <a:gd name="connsiteX30" fmla="*/ 4509290 w 4553570"/>
              <a:gd name="connsiteY30" fmla="*/ 1395707 h 5549951"/>
              <a:gd name="connsiteX31" fmla="*/ 4512132 w 4553570"/>
              <a:gd name="connsiteY31" fmla="*/ 1408524 h 5549951"/>
              <a:gd name="connsiteX32" fmla="*/ 4507391 w 4553570"/>
              <a:gd name="connsiteY32" fmla="*/ 1419109 h 5549951"/>
              <a:gd name="connsiteX33" fmla="*/ 4497207 w 4553570"/>
              <a:gd name="connsiteY33" fmla="*/ 1469337 h 5549951"/>
              <a:gd name="connsiteX34" fmla="*/ 4486310 w 4553570"/>
              <a:gd name="connsiteY34" fmla="*/ 1543038 h 5549951"/>
              <a:gd name="connsiteX35" fmla="*/ 4481429 w 4553570"/>
              <a:gd name="connsiteY35" fmla="*/ 1553997 h 5549951"/>
              <a:gd name="connsiteX36" fmla="*/ 4467001 w 4553570"/>
              <a:gd name="connsiteY36" fmla="*/ 1626071 h 5549951"/>
              <a:gd name="connsiteX37" fmla="*/ 4463286 w 4553570"/>
              <a:gd name="connsiteY37" fmla="*/ 1664103 h 5549951"/>
              <a:gd name="connsiteX38" fmla="*/ 4466946 w 4553570"/>
              <a:gd name="connsiteY38" fmla="*/ 1668558 h 5549951"/>
              <a:gd name="connsiteX39" fmla="*/ 4465296 w 4553570"/>
              <a:gd name="connsiteY39" fmla="*/ 1679756 h 5549951"/>
              <a:gd name="connsiteX40" fmla="*/ 4465708 w 4553570"/>
              <a:gd name="connsiteY40" fmla="*/ 1682815 h 5549951"/>
              <a:gd name="connsiteX41" fmla="*/ 4467219 w 4553570"/>
              <a:gd name="connsiteY41" fmla="*/ 1700268 h 5549951"/>
              <a:gd name="connsiteX42" fmla="*/ 4455749 w 4553570"/>
              <a:gd name="connsiteY42" fmla="*/ 1735163 h 5549951"/>
              <a:gd name="connsiteX43" fmla="*/ 4453689 w 4553570"/>
              <a:gd name="connsiteY43" fmla="*/ 1735289 h 5549951"/>
              <a:gd name="connsiteX44" fmla="*/ 4445191 w 4553570"/>
              <a:gd name="connsiteY44" fmla="*/ 1887374 h 5549951"/>
              <a:gd name="connsiteX45" fmla="*/ 4453882 w 4553570"/>
              <a:gd name="connsiteY45" fmla="*/ 1911536 h 5549951"/>
              <a:gd name="connsiteX46" fmla="*/ 4456160 w 4553570"/>
              <a:gd name="connsiteY46" fmla="*/ 1961755 h 5549951"/>
              <a:gd name="connsiteX47" fmla="*/ 4455279 w 4553570"/>
              <a:gd name="connsiteY47" fmla="*/ 1995384 h 5549951"/>
              <a:gd name="connsiteX48" fmla="*/ 4454817 w 4553570"/>
              <a:gd name="connsiteY48" fmla="*/ 2000244 h 5549951"/>
              <a:gd name="connsiteX49" fmla="*/ 4445697 w 4553570"/>
              <a:gd name="connsiteY49" fmla="*/ 2040142 h 5549951"/>
              <a:gd name="connsiteX50" fmla="*/ 4448962 w 4553570"/>
              <a:gd name="connsiteY50" fmla="*/ 2044087 h 5549951"/>
              <a:gd name="connsiteX51" fmla="*/ 4451803 w 4553570"/>
              <a:gd name="connsiteY51" fmla="*/ 2056904 h 5549951"/>
              <a:gd name="connsiteX52" fmla="*/ 4447062 w 4553570"/>
              <a:gd name="connsiteY52" fmla="*/ 2067489 h 5549951"/>
              <a:gd name="connsiteX53" fmla="*/ 4436878 w 4553570"/>
              <a:gd name="connsiteY53" fmla="*/ 2117719 h 5549951"/>
              <a:gd name="connsiteX54" fmla="*/ 4429547 w 4553570"/>
              <a:gd name="connsiteY54" fmla="*/ 2167300 h 5549951"/>
              <a:gd name="connsiteX55" fmla="*/ 4373464 w 4553570"/>
              <a:gd name="connsiteY55" fmla="*/ 3223633 h 5549951"/>
              <a:gd name="connsiteX56" fmla="*/ 4360678 w 4553570"/>
              <a:gd name="connsiteY56" fmla="*/ 3477281 h 5549951"/>
              <a:gd name="connsiteX57" fmla="*/ 4349593 w 4553570"/>
              <a:gd name="connsiteY57" fmla="*/ 3639984 h 5549951"/>
              <a:gd name="connsiteX58" fmla="*/ 4258832 w 4553570"/>
              <a:gd name="connsiteY58" fmla="*/ 5278921 h 5549951"/>
              <a:gd name="connsiteX59" fmla="*/ 4264130 w 4553570"/>
              <a:gd name="connsiteY59" fmla="*/ 5315626 h 5549951"/>
              <a:gd name="connsiteX60" fmla="*/ 4267664 w 4553570"/>
              <a:gd name="connsiteY60" fmla="*/ 5350090 h 5549951"/>
              <a:gd name="connsiteX61" fmla="*/ 4270496 w 4553570"/>
              <a:gd name="connsiteY61" fmla="*/ 5450399 h 5549951"/>
              <a:gd name="connsiteX62" fmla="*/ 4251939 w 4553570"/>
              <a:gd name="connsiteY62" fmla="*/ 5484804 h 5549951"/>
              <a:gd name="connsiteX63" fmla="*/ 4247287 w 4553570"/>
              <a:gd name="connsiteY63" fmla="*/ 5487504 h 5549951"/>
              <a:gd name="connsiteX64" fmla="*/ 4243830 w 4553570"/>
              <a:gd name="connsiteY64" fmla="*/ 5549951 h 5549951"/>
              <a:gd name="connsiteX65" fmla="*/ 0 w 4553570"/>
              <a:gd name="connsiteY65" fmla="*/ 5309929 h 5549951"/>
              <a:gd name="connsiteX66" fmla="*/ 4447 w 4553570"/>
              <a:gd name="connsiteY66" fmla="*/ 5239903 h 5549951"/>
              <a:gd name="connsiteX67" fmla="*/ 8667 w 4553570"/>
              <a:gd name="connsiteY67" fmla="*/ 5233298 h 5549951"/>
              <a:gd name="connsiteX68" fmla="*/ 8936 w 4553570"/>
              <a:gd name="connsiteY68" fmla="*/ 5230552 h 5549951"/>
              <a:gd name="connsiteX69" fmla="*/ 9206 w 4553570"/>
              <a:gd name="connsiteY69" fmla="*/ 5227804 h 5549951"/>
              <a:gd name="connsiteX70" fmla="*/ 9743 w 4553570"/>
              <a:gd name="connsiteY70" fmla="*/ 5222308 h 5549951"/>
              <a:gd name="connsiteX71" fmla="*/ 9428 w 4553570"/>
              <a:gd name="connsiteY71" fmla="*/ 5216405 h 5549951"/>
              <a:gd name="connsiteX72" fmla="*/ 8844 w 4553570"/>
              <a:gd name="connsiteY72" fmla="*/ 5213249 h 5549951"/>
              <a:gd name="connsiteX73" fmla="*/ 9113 w 4553570"/>
              <a:gd name="connsiteY73" fmla="*/ 5210500 h 5549951"/>
              <a:gd name="connsiteX74" fmla="*/ 8797 w 4553570"/>
              <a:gd name="connsiteY74" fmla="*/ 5204597 h 5549951"/>
              <a:gd name="connsiteX75" fmla="*/ 8214 w 4553570"/>
              <a:gd name="connsiteY75" fmla="*/ 5201441 h 5549951"/>
              <a:gd name="connsiteX76" fmla="*/ 7584 w 4553570"/>
              <a:gd name="connsiteY76" fmla="*/ 5189632 h 5549951"/>
              <a:gd name="connsiteX77" fmla="*/ 7000 w 4553570"/>
              <a:gd name="connsiteY77" fmla="*/ 5186477 h 5549951"/>
              <a:gd name="connsiteX78" fmla="*/ 7268 w 4553570"/>
              <a:gd name="connsiteY78" fmla="*/ 5183728 h 5549951"/>
              <a:gd name="connsiteX79" fmla="*/ 5833 w 4553570"/>
              <a:gd name="connsiteY79" fmla="*/ 5180163 h 5549951"/>
              <a:gd name="connsiteX80" fmla="*/ 11245 w 4553570"/>
              <a:gd name="connsiteY80" fmla="*/ 5116566 h 5549951"/>
              <a:gd name="connsiteX81" fmla="*/ 78859 w 4553570"/>
              <a:gd name="connsiteY81" fmla="*/ 3839310 h 5549951"/>
              <a:gd name="connsiteX82" fmla="*/ 303549 w 4553570"/>
              <a:gd name="connsiteY82" fmla="*/ 0 h 5549951"/>
              <a:gd name="connsiteX0" fmla="*/ 303617 w 4553638"/>
              <a:gd name="connsiteY0" fmla="*/ 0 h 5549951"/>
              <a:gd name="connsiteX1" fmla="*/ 3305803 w 4553638"/>
              <a:gd name="connsiteY1" fmla="*/ 171842 h 5549951"/>
              <a:gd name="connsiteX2" fmla="*/ 4134614 w 4553638"/>
              <a:gd name="connsiteY2" fmla="*/ 226950 h 5549951"/>
              <a:gd name="connsiteX3" fmla="*/ 4507808 w 4553638"/>
              <a:gd name="connsiteY3" fmla="*/ 247374 h 5549951"/>
              <a:gd name="connsiteX4" fmla="*/ 4535687 w 4553638"/>
              <a:gd name="connsiteY4" fmla="*/ 269179 h 5549951"/>
              <a:gd name="connsiteX5" fmla="*/ 4533913 w 4553638"/>
              <a:gd name="connsiteY5" fmla="*/ 300930 h 5549951"/>
              <a:gd name="connsiteX6" fmla="*/ 4536835 w 4553638"/>
              <a:gd name="connsiteY6" fmla="*/ 302647 h 5549951"/>
              <a:gd name="connsiteX7" fmla="*/ 4553261 w 4553638"/>
              <a:gd name="connsiteY7" fmla="*/ 334222 h 5549951"/>
              <a:gd name="connsiteX8" fmla="*/ 4531000 w 4553638"/>
              <a:gd name="connsiteY8" fmla="*/ 391868 h 5549951"/>
              <a:gd name="connsiteX9" fmla="*/ 4527512 w 4553638"/>
              <a:gd name="connsiteY9" fmla="*/ 415489 h 5549951"/>
              <a:gd name="connsiteX10" fmla="*/ 4522407 w 4553638"/>
              <a:gd name="connsiteY10" fmla="*/ 506828 h 5549951"/>
              <a:gd name="connsiteX11" fmla="*/ 4521757 w 4553638"/>
              <a:gd name="connsiteY11" fmla="*/ 553245 h 5549951"/>
              <a:gd name="connsiteX12" fmla="*/ 4518658 w 4553638"/>
              <a:gd name="connsiteY12" fmla="*/ 581709 h 5549951"/>
              <a:gd name="connsiteX13" fmla="*/ 4517989 w 4553638"/>
              <a:gd name="connsiteY13" fmla="*/ 585890 h 5549951"/>
              <a:gd name="connsiteX14" fmla="*/ 4505052 w 4553638"/>
              <a:gd name="connsiteY14" fmla="*/ 817404 h 5549951"/>
              <a:gd name="connsiteX15" fmla="*/ 4506765 w 4553638"/>
              <a:gd name="connsiteY15" fmla="*/ 822238 h 5549951"/>
              <a:gd name="connsiteX16" fmla="*/ 4504614 w 4553638"/>
              <a:gd name="connsiteY16" fmla="*/ 846069 h 5549951"/>
              <a:gd name="connsiteX17" fmla="*/ 4503014 w 4553638"/>
              <a:gd name="connsiteY17" fmla="*/ 853854 h 5549951"/>
              <a:gd name="connsiteX18" fmla="*/ 4496776 w 4553638"/>
              <a:gd name="connsiteY18" fmla="*/ 965485 h 5549951"/>
              <a:gd name="connsiteX19" fmla="*/ 4498853 w 4553638"/>
              <a:gd name="connsiteY19" fmla="*/ 966385 h 5549951"/>
              <a:gd name="connsiteX20" fmla="*/ 4502972 w 4553638"/>
              <a:gd name="connsiteY20" fmla="*/ 1002567 h 5549951"/>
              <a:gd name="connsiteX21" fmla="*/ 4498174 w 4553638"/>
              <a:gd name="connsiteY21" fmla="*/ 1101094 h 5549951"/>
              <a:gd name="connsiteX22" fmla="*/ 4498069 w 4553638"/>
              <a:gd name="connsiteY22" fmla="*/ 1159389 h 5549951"/>
              <a:gd name="connsiteX23" fmla="*/ 4502372 w 4553638"/>
              <a:gd name="connsiteY23" fmla="*/ 1180505 h 5549951"/>
              <a:gd name="connsiteX24" fmla="*/ 4505462 w 4553638"/>
              <a:gd name="connsiteY24" fmla="*/ 1210687 h 5549951"/>
              <a:gd name="connsiteX25" fmla="*/ 4514279 w 4553638"/>
              <a:gd name="connsiteY25" fmla="*/ 1263157 h 5549951"/>
              <a:gd name="connsiteX26" fmla="*/ 4516556 w 4553638"/>
              <a:gd name="connsiteY26" fmla="*/ 1313374 h 5549951"/>
              <a:gd name="connsiteX27" fmla="*/ 4515676 w 4553638"/>
              <a:gd name="connsiteY27" fmla="*/ 1347004 h 5549951"/>
              <a:gd name="connsiteX28" fmla="*/ 4515213 w 4553638"/>
              <a:gd name="connsiteY28" fmla="*/ 1351864 h 5549951"/>
              <a:gd name="connsiteX29" fmla="*/ 4506094 w 4553638"/>
              <a:gd name="connsiteY29" fmla="*/ 1391762 h 5549951"/>
              <a:gd name="connsiteX30" fmla="*/ 4509358 w 4553638"/>
              <a:gd name="connsiteY30" fmla="*/ 1395707 h 5549951"/>
              <a:gd name="connsiteX31" fmla="*/ 4512200 w 4553638"/>
              <a:gd name="connsiteY31" fmla="*/ 1408524 h 5549951"/>
              <a:gd name="connsiteX32" fmla="*/ 4507459 w 4553638"/>
              <a:gd name="connsiteY32" fmla="*/ 1419109 h 5549951"/>
              <a:gd name="connsiteX33" fmla="*/ 4497275 w 4553638"/>
              <a:gd name="connsiteY33" fmla="*/ 1469337 h 5549951"/>
              <a:gd name="connsiteX34" fmla="*/ 4486378 w 4553638"/>
              <a:gd name="connsiteY34" fmla="*/ 1543038 h 5549951"/>
              <a:gd name="connsiteX35" fmla="*/ 4481497 w 4553638"/>
              <a:gd name="connsiteY35" fmla="*/ 1553997 h 5549951"/>
              <a:gd name="connsiteX36" fmla="*/ 4467069 w 4553638"/>
              <a:gd name="connsiteY36" fmla="*/ 1626071 h 5549951"/>
              <a:gd name="connsiteX37" fmla="*/ 4463354 w 4553638"/>
              <a:gd name="connsiteY37" fmla="*/ 1664103 h 5549951"/>
              <a:gd name="connsiteX38" fmla="*/ 4467014 w 4553638"/>
              <a:gd name="connsiteY38" fmla="*/ 1668558 h 5549951"/>
              <a:gd name="connsiteX39" fmla="*/ 4465364 w 4553638"/>
              <a:gd name="connsiteY39" fmla="*/ 1679756 h 5549951"/>
              <a:gd name="connsiteX40" fmla="*/ 4465776 w 4553638"/>
              <a:gd name="connsiteY40" fmla="*/ 1682815 h 5549951"/>
              <a:gd name="connsiteX41" fmla="*/ 4467287 w 4553638"/>
              <a:gd name="connsiteY41" fmla="*/ 1700268 h 5549951"/>
              <a:gd name="connsiteX42" fmla="*/ 4455817 w 4553638"/>
              <a:gd name="connsiteY42" fmla="*/ 1735163 h 5549951"/>
              <a:gd name="connsiteX43" fmla="*/ 4453757 w 4553638"/>
              <a:gd name="connsiteY43" fmla="*/ 1735289 h 5549951"/>
              <a:gd name="connsiteX44" fmla="*/ 4445259 w 4553638"/>
              <a:gd name="connsiteY44" fmla="*/ 1887374 h 5549951"/>
              <a:gd name="connsiteX45" fmla="*/ 4453950 w 4553638"/>
              <a:gd name="connsiteY45" fmla="*/ 1911536 h 5549951"/>
              <a:gd name="connsiteX46" fmla="*/ 4456228 w 4553638"/>
              <a:gd name="connsiteY46" fmla="*/ 1961755 h 5549951"/>
              <a:gd name="connsiteX47" fmla="*/ 4455347 w 4553638"/>
              <a:gd name="connsiteY47" fmla="*/ 1995384 h 5549951"/>
              <a:gd name="connsiteX48" fmla="*/ 4454885 w 4553638"/>
              <a:gd name="connsiteY48" fmla="*/ 2000244 h 5549951"/>
              <a:gd name="connsiteX49" fmla="*/ 4445765 w 4553638"/>
              <a:gd name="connsiteY49" fmla="*/ 2040142 h 5549951"/>
              <a:gd name="connsiteX50" fmla="*/ 4449030 w 4553638"/>
              <a:gd name="connsiteY50" fmla="*/ 2044087 h 5549951"/>
              <a:gd name="connsiteX51" fmla="*/ 4451871 w 4553638"/>
              <a:gd name="connsiteY51" fmla="*/ 2056904 h 5549951"/>
              <a:gd name="connsiteX52" fmla="*/ 4447130 w 4553638"/>
              <a:gd name="connsiteY52" fmla="*/ 2067489 h 5549951"/>
              <a:gd name="connsiteX53" fmla="*/ 4436946 w 4553638"/>
              <a:gd name="connsiteY53" fmla="*/ 2117719 h 5549951"/>
              <a:gd name="connsiteX54" fmla="*/ 4429615 w 4553638"/>
              <a:gd name="connsiteY54" fmla="*/ 2167300 h 5549951"/>
              <a:gd name="connsiteX55" fmla="*/ 4373532 w 4553638"/>
              <a:gd name="connsiteY55" fmla="*/ 3223633 h 5549951"/>
              <a:gd name="connsiteX56" fmla="*/ 4360746 w 4553638"/>
              <a:gd name="connsiteY56" fmla="*/ 3477281 h 5549951"/>
              <a:gd name="connsiteX57" fmla="*/ 4349661 w 4553638"/>
              <a:gd name="connsiteY57" fmla="*/ 3639984 h 5549951"/>
              <a:gd name="connsiteX58" fmla="*/ 4258900 w 4553638"/>
              <a:gd name="connsiteY58" fmla="*/ 5278921 h 5549951"/>
              <a:gd name="connsiteX59" fmla="*/ 4264198 w 4553638"/>
              <a:gd name="connsiteY59" fmla="*/ 5315626 h 5549951"/>
              <a:gd name="connsiteX60" fmla="*/ 4267732 w 4553638"/>
              <a:gd name="connsiteY60" fmla="*/ 5350090 h 5549951"/>
              <a:gd name="connsiteX61" fmla="*/ 4270564 w 4553638"/>
              <a:gd name="connsiteY61" fmla="*/ 5450399 h 5549951"/>
              <a:gd name="connsiteX62" fmla="*/ 4252007 w 4553638"/>
              <a:gd name="connsiteY62" fmla="*/ 5484804 h 5549951"/>
              <a:gd name="connsiteX63" fmla="*/ 4247355 w 4553638"/>
              <a:gd name="connsiteY63" fmla="*/ 5487504 h 5549951"/>
              <a:gd name="connsiteX64" fmla="*/ 4243898 w 4553638"/>
              <a:gd name="connsiteY64" fmla="*/ 5549951 h 5549951"/>
              <a:gd name="connsiteX65" fmla="*/ 0 w 4553638"/>
              <a:gd name="connsiteY65" fmla="*/ 5315524 h 5549951"/>
              <a:gd name="connsiteX66" fmla="*/ 4515 w 4553638"/>
              <a:gd name="connsiteY66" fmla="*/ 5239903 h 5549951"/>
              <a:gd name="connsiteX67" fmla="*/ 8735 w 4553638"/>
              <a:gd name="connsiteY67" fmla="*/ 5233298 h 5549951"/>
              <a:gd name="connsiteX68" fmla="*/ 9004 w 4553638"/>
              <a:gd name="connsiteY68" fmla="*/ 5230552 h 5549951"/>
              <a:gd name="connsiteX69" fmla="*/ 9274 w 4553638"/>
              <a:gd name="connsiteY69" fmla="*/ 5227804 h 5549951"/>
              <a:gd name="connsiteX70" fmla="*/ 9811 w 4553638"/>
              <a:gd name="connsiteY70" fmla="*/ 5222308 h 5549951"/>
              <a:gd name="connsiteX71" fmla="*/ 9496 w 4553638"/>
              <a:gd name="connsiteY71" fmla="*/ 5216405 h 5549951"/>
              <a:gd name="connsiteX72" fmla="*/ 8912 w 4553638"/>
              <a:gd name="connsiteY72" fmla="*/ 5213249 h 5549951"/>
              <a:gd name="connsiteX73" fmla="*/ 9181 w 4553638"/>
              <a:gd name="connsiteY73" fmla="*/ 5210500 h 5549951"/>
              <a:gd name="connsiteX74" fmla="*/ 8865 w 4553638"/>
              <a:gd name="connsiteY74" fmla="*/ 5204597 h 5549951"/>
              <a:gd name="connsiteX75" fmla="*/ 8282 w 4553638"/>
              <a:gd name="connsiteY75" fmla="*/ 5201441 h 5549951"/>
              <a:gd name="connsiteX76" fmla="*/ 7652 w 4553638"/>
              <a:gd name="connsiteY76" fmla="*/ 5189632 h 5549951"/>
              <a:gd name="connsiteX77" fmla="*/ 7068 w 4553638"/>
              <a:gd name="connsiteY77" fmla="*/ 5186477 h 5549951"/>
              <a:gd name="connsiteX78" fmla="*/ 7336 w 4553638"/>
              <a:gd name="connsiteY78" fmla="*/ 5183728 h 5549951"/>
              <a:gd name="connsiteX79" fmla="*/ 5901 w 4553638"/>
              <a:gd name="connsiteY79" fmla="*/ 5180163 h 5549951"/>
              <a:gd name="connsiteX80" fmla="*/ 11313 w 4553638"/>
              <a:gd name="connsiteY80" fmla="*/ 5116566 h 5549951"/>
              <a:gd name="connsiteX81" fmla="*/ 78927 w 4553638"/>
              <a:gd name="connsiteY81" fmla="*/ 3839310 h 5549951"/>
              <a:gd name="connsiteX82" fmla="*/ 303617 w 4553638"/>
              <a:gd name="connsiteY82" fmla="*/ 0 h 554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553638" h="5549951">
                <a:moveTo>
                  <a:pt x="303617" y="0"/>
                </a:moveTo>
                <a:cubicBezTo>
                  <a:pt x="628364" y="31218"/>
                  <a:pt x="2667304" y="134017"/>
                  <a:pt x="3305803" y="171842"/>
                </a:cubicBezTo>
                <a:lnTo>
                  <a:pt x="4134614" y="226950"/>
                </a:lnTo>
                <a:lnTo>
                  <a:pt x="4507808" y="247374"/>
                </a:lnTo>
                <a:lnTo>
                  <a:pt x="4535687" y="269179"/>
                </a:lnTo>
                <a:cubicBezTo>
                  <a:pt x="4535096" y="279763"/>
                  <a:pt x="4534504" y="290346"/>
                  <a:pt x="4533913" y="300930"/>
                </a:cubicBezTo>
                <a:lnTo>
                  <a:pt x="4536835" y="302647"/>
                </a:lnTo>
                <a:cubicBezTo>
                  <a:pt x="4546433" y="304354"/>
                  <a:pt x="4555631" y="291327"/>
                  <a:pt x="4553261" y="334222"/>
                </a:cubicBezTo>
                <a:cubicBezTo>
                  <a:pt x="4542620" y="354710"/>
                  <a:pt x="4535606" y="373686"/>
                  <a:pt x="4531000" y="391868"/>
                </a:cubicBezTo>
                <a:lnTo>
                  <a:pt x="4527512" y="415489"/>
                </a:lnTo>
                <a:lnTo>
                  <a:pt x="4522407" y="506828"/>
                </a:lnTo>
                <a:cubicBezTo>
                  <a:pt x="4522190" y="522300"/>
                  <a:pt x="4521974" y="537773"/>
                  <a:pt x="4521757" y="553245"/>
                </a:cubicBezTo>
                <a:cubicBezTo>
                  <a:pt x="4521486" y="558170"/>
                  <a:pt x="4520392" y="568699"/>
                  <a:pt x="4518658" y="581709"/>
                </a:cubicBezTo>
                <a:lnTo>
                  <a:pt x="4517989" y="585890"/>
                </a:lnTo>
                <a:lnTo>
                  <a:pt x="4505052" y="817404"/>
                </a:lnTo>
                <a:lnTo>
                  <a:pt x="4506765" y="822238"/>
                </a:lnTo>
                <a:cubicBezTo>
                  <a:pt x="4507267" y="829783"/>
                  <a:pt x="4506186" y="837845"/>
                  <a:pt x="4504614" y="846069"/>
                </a:cubicBezTo>
                <a:lnTo>
                  <a:pt x="4503014" y="853854"/>
                </a:lnTo>
                <a:lnTo>
                  <a:pt x="4496776" y="965485"/>
                </a:lnTo>
                <a:lnTo>
                  <a:pt x="4498853" y="966385"/>
                </a:lnTo>
                <a:cubicBezTo>
                  <a:pt x="4500294" y="972743"/>
                  <a:pt x="4503085" y="980116"/>
                  <a:pt x="4502972" y="1002567"/>
                </a:cubicBezTo>
                <a:cubicBezTo>
                  <a:pt x="4492134" y="1029868"/>
                  <a:pt x="4512590" y="1067217"/>
                  <a:pt x="4498174" y="1101094"/>
                </a:cubicBezTo>
                <a:cubicBezTo>
                  <a:pt x="4494447" y="1113552"/>
                  <a:pt x="4492555" y="1152106"/>
                  <a:pt x="4498069" y="1159389"/>
                </a:cubicBezTo>
                <a:cubicBezTo>
                  <a:pt x="4498884" y="1167426"/>
                  <a:pt x="4496227" y="1176807"/>
                  <a:pt x="4502372" y="1180505"/>
                </a:cubicBezTo>
                <a:cubicBezTo>
                  <a:pt x="4509671" y="1186625"/>
                  <a:pt x="4496190" y="1214705"/>
                  <a:pt x="4505462" y="1210687"/>
                </a:cubicBezTo>
                <a:cubicBezTo>
                  <a:pt x="4496186" y="1230628"/>
                  <a:pt x="4511297" y="1246424"/>
                  <a:pt x="4514279" y="1263157"/>
                </a:cubicBezTo>
                <a:lnTo>
                  <a:pt x="4516556" y="1313374"/>
                </a:lnTo>
                <a:cubicBezTo>
                  <a:pt x="4516263" y="1324584"/>
                  <a:pt x="4515969" y="1335794"/>
                  <a:pt x="4515676" y="1347004"/>
                </a:cubicBezTo>
                <a:cubicBezTo>
                  <a:pt x="4515522" y="1348624"/>
                  <a:pt x="4515367" y="1350244"/>
                  <a:pt x="4515213" y="1351864"/>
                </a:cubicBezTo>
                <a:lnTo>
                  <a:pt x="4506094" y="1391762"/>
                </a:lnTo>
                <a:cubicBezTo>
                  <a:pt x="4507300" y="1392770"/>
                  <a:pt x="4508402" y="1394098"/>
                  <a:pt x="4509358" y="1395707"/>
                </a:cubicBezTo>
                <a:lnTo>
                  <a:pt x="4512200" y="1408524"/>
                </a:lnTo>
                <a:lnTo>
                  <a:pt x="4507459" y="1419109"/>
                </a:lnTo>
                <a:lnTo>
                  <a:pt x="4497275" y="1469337"/>
                </a:lnTo>
                <a:lnTo>
                  <a:pt x="4486378" y="1543038"/>
                </a:lnTo>
                <a:lnTo>
                  <a:pt x="4481497" y="1553997"/>
                </a:lnTo>
                <a:cubicBezTo>
                  <a:pt x="4475406" y="1579288"/>
                  <a:pt x="4478554" y="1610368"/>
                  <a:pt x="4467069" y="1626071"/>
                </a:cubicBezTo>
                <a:lnTo>
                  <a:pt x="4463354" y="1664103"/>
                </a:lnTo>
                <a:lnTo>
                  <a:pt x="4467014" y="1668558"/>
                </a:lnTo>
                <a:lnTo>
                  <a:pt x="4465364" y="1679756"/>
                </a:lnTo>
                <a:cubicBezTo>
                  <a:pt x="4465501" y="1680776"/>
                  <a:pt x="4465639" y="1681795"/>
                  <a:pt x="4465776" y="1682815"/>
                </a:cubicBezTo>
                <a:cubicBezTo>
                  <a:pt x="4466583" y="1688654"/>
                  <a:pt x="4467240" y="1694439"/>
                  <a:pt x="4467287" y="1700268"/>
                </a:cubicBezTo>
                <a:cubicBezTo>
                  <a:pt x="4452715" y="1697000"/>
                  <a:pt x="4458424" y="1726126"/>
                  <a:pt x="4455817" y="1735163"/>
                </a:cubicBezTo>
                <a:lnTo>
                  <a:pt x="4453757" y="1735289"/>
                </a:lnTo>
                <a:lnTo>
                  <a:pt x="4445259" y="1887374"/>
                </a:lnTo>
                <a:lnTo>
                  <a:pt x="4453950" y="1911536"/>
                </a:lnTo>
                <a:cubicBezTo>
                  <a:pt x="4454709" y="1928276"/>
                  <a:pt x="4455469" y="1945015"/>
                  <a:pt x="4456228" y="1961755"/>
                </a:cubicBezTo>
                <a:cubicBezTo>
                  <a:pt x="4455934" y="1972965"/>
                  <a:pt x="4455641" y="1984174"/>
                  <a:pt x="4455347" y="1995384"/>
                </a:cubicBezTo>
                <a:lnTo>
                  <a:pt x="4454885" y="2000244"/>
                </a:lnTo>
                <a:lnTo>
                  <a:pt x="4445765" y="2040142"/>
                </a:lnTo>
                <a:cubicBezTo>
                  <a:pt x="4446972" y="2041150"/>
                  <a:pt x="4448073" y="2042479"/>
                  <a:pt x="4449030" y="2044087"/>
                </a:cubicBezTo>
                <a:lnTo>
                  <a:pt x="4451871" y="2056904"/>
                </a:lnTo>
                <a:lnTo>
                  <a:pt x="4447130" y="2067489"/>
                </a:lnTo>
                <a:lnTo>
                  <a:pt x="4436946" y="2117719"/>
                </a:lnTo>
                <a:lnTo>
                  <a:pt x="4429615" y="2167300"/>
                </a:lnTo>
                <a:cubicBezTo>
                  <a:pt x="4410921" y="2519411"/>
                  <a:pt x="4377147" y="2876607"/>
                  <a:pt x="4373532" y="3223633"/>
                </a:cubicBezTo>
                <a:cubicBezTo>
                  <a:pt x="4370580" y="3302336"/>
                  <a:pt x="4363697" y="3398578"/>
                  <a:pt x="4360746" y="3477281"/>
                </a:cubicBezTo>
                <a:cubicBezTo>
                  <a:pt x="4367353" y="3471365"/>
                  <a:pt x="4356962" y="3621544"/>
                  <a:pt x="4349661" y="3639984"/>
                </a:cubicBezTo>
                <a:lnTo>
                  <a:pt x="4258900" y="5278921"/>
                </a:lnTo>
                <a:lnTo>
                  <a:pt x="4264198" y="5315626"/>
                </a:lnTo>
                <a:cubicBezTo>
                  <a:pt x="4269986" y="5323538"/>
                  <a:pt x="4266671" y="5327627"/>
                  <a:pt x="4267732" y="5350090"/>
                </a:cubicBezTo>
                <a:cubicBezTo>
                  <a:pt x="4268793" y="5372551"/>
                  <a:pt x="4252068" y="5406222"/>
                  <a:pt x="4270564" y="5450399"/>
                </a:cubicBezTo>
                <a:cubicBezTo>
                  <a:pt x="4270146" y="5457964"/>
                  <a:pt x="4260467" y="5476308"/>
                  <a:pt x="4252007" y="5484804"/>
                </a:cubicBezTo>
                <a:lnTo>
                  <a:pt x="4247355" y="5487504"/>
                </a:lnTo>
                <a:cubicBezTo>
                  <a:pt x="4246203" y="5508319"/>
                  <a:pt x="4248163" y="5526348"/>
                  <a:pt x="4243898" y="5549951"/>
                </a:cubicBezTo>
                <a:lnTo>
                  <a:pt x="0" y="5315524"/>
                </a:lnTo>
                <a:lnTo>
                  <a:pt x="4515" y="5239903"/>
                </a:lnTo>
                <a:lnTo>
                  <a:pt x="8735" y="5233298"/>
                </a:lnTo>
                <a:cubicBezTo>
                  <a:pt x="9265" y="5232196"/>
                  <a:pt x="8913" y="5231467"/>
                  <a:pt x="9004" y="5230552"/>
                </a:cubicBezTo>
                <a:lnTo>
                  <a:pt x="9274" y="5227804"/>
                </a:lnTo>
                <a:cubicBezTo>
                  <a:pt x="9452" y="5225973"/>
                  <a:pt x="9819" y="5223940"/>
                  <a:pt x="9811" y="5222308"/>
                </a:cubicBezTo>
                <a:cubicBezTo>
                  <a:pt x="9755" y="5211840"/>
                  <a:pt x="8673" y="5224803"/>
                  <a:pt x="9496" y="5216405"/>
                </a:cubicBezTo>
                <a:cubicBezTo>
                  <a:pt x="9302" y="5215352"/>
                  <a:pt x="8977" y="5214469"/>
                  <a:pt x="8912" y="5213249"/>
                </a:cubicBezTo>
                <a:cubicBezTo>
                  <a:pt x="8870" y="5212477"/>
                  <a:pt x="9221" y="5211272"/>
                  <a:pt x="9181" y="5210500"/>
                </a:cubicBezTo>
                <a:cubicBezTo>
                  <a:pt x="8800" y="5203355"/>
                  <a:pt x="8248" y="5210896"/>
                  <a:pt x="8865" y="5204597"/>
                </a:cubicBezTo>
                <a:lnTo>
                  <a:pt x="8282" y="5201441"/>
                </a:lnTo>
                <a:cubicBezTo>
                  <a:pt x="6867" y="5193798"/>
                  <a:pt x="6830" y="5198023"/>
                  <a:pt x="7652" y="5189632"/>
                </a:cubicBezTo>
                <a:cubicBezTo>
                  <a:pt x="7457" y="5188581"/>
                  <a:pt x="7134" y="5187696"/>
                  <a:pt x="7068" y="5186477"/>
                </a:cubicBezTo>
                <a:cubicBezTo>
                  <a:pt x="7026" y="5185706"/>
                  <a:pt x="7459" y="5184394"/>
                  <a:pt x="7336" y="5183728"/>
                </a:cubicBezTo>
                <a:cubicBezTo>
                  <a:pt x="7062" y="5182241"/>
                  <a:pt x="4888" y="5182665"/>
                  <a:pt x="5901" y="5180163"/>
                </a:cubicBezTo>
                <a:lnTo>
                  <a:pt x="11313" y="5116566"/>
                </a:lnTo>
                <a:lnTo>
                  <a:pt x="78927" y="3839310"/>
                </a:lnTo>
                <a:lnTo>
                  <a:pt x="303617"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Graphic 18" descr="Scales of Justice">
            <a:extLst>
              <a:ext uri="{FF2B5EF4-FFF2-40B4-BE49-F238E27FC236}">
                <a16:creationId xmlns:a16="http://schemas.microsoft.com/office/drawing/2014/main" xmlns="" id="{C18CEFCB-2435-BA8D-14F6-86F3F82FFA53}"/>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rot="171272">
            <a:off x="7684579" y="1636936"/>
            <a:ext cx="3582518" cy="3582518"/>
          </a:xfrm>
          <a:prstGeom prst="rect">
            <a:avLst/>
          </a:prstGeom>
        </p:spPr>
      </p:pic>
      <p:grpSp>
        <p:nvGrpSpPr>
          <p:cNvPr id="28" name="Group 27">
            <a:extLst>
              <a:ext uri="{FF2B5EF4-FFF2-40B4-BE49-F238E27FC236}">
                <a16:creationId xmlns:a16="http://schemas.microsoft.com/office/drawing/2014/main" xmlns="" id="{A02066EC-92CE-4F17-AB46-346119D15C6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29" name="Group 28">
              <a:extLst>
                <a:ext uri="{FF2B5EF4-FFF2-40B4-BE49-F238E27FC236}">
                  <a16:creationId xmlns:a16="http://schemas.microsoft.com/office/drawing/2014/main" xmlns="" id="{48E4F93A-024D-4896-B535-C700CC6F24E1}"/>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31" name="Straight Connector 30">
                <a:extLst>
                  <a:ext uri="{FF2B5EF4-FFF2-40B4-BE49-F238E27FC236}">
                    <a16:creationId xmlns:a16="http://schemas.microsoft.com/office/drawing/2014/main" xmlns="" id="{303ABF7D-0FD3-47CF-BF62-C8D9561F03FE}"/>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5656E970-02E8-4F91-8392-EC89484E440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xmlns="" id="{3E8469CB-65C4-40BA-B613-75617EFBD05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Freeform: Shape 33">
            <a:extLst>
              <a:ext uri="{FF2B5EF4-FFF2-40B4-BE49-F238E27FC236}">
                <a16:creationId xmlns:a16="http://schemas.microsoft.com/office/drawing/2014/main" xmlns="" id="{5EC04BFF-C178-43B0-9567-EEA423F5C1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5652714">
            <a:off x="10760953" y="5365243"/>
            <a:ext cx="444795" cy="1868387"/>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xmlns="" val="1360472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8D4B6C1-3610-C107-861A-514BEB61169C}"/>
              </a:ext>
            </a:extLst>
          </p:cNvPr>
          <p:cNvSpPr>
            <a:spLocks noGrp="1"/>
          </p:cNvSpPr>
          <p:nvPr>
            <p:ph idx="1"/>
          </p:nvPr>
        </p:nvSpPr>
        <p:spPr>
          <a:xfrm>
            <a:off x="1219199" y="1050324"/>
            <a:ext cx="9803027" cy="5121875"/>
          </a:xfrm>
        </p:spPr>
        <p:txBody>
          <a:bodyPr>
            <a:noAutofit/>
          </a:bodyPr>
          <a:lstStyle/>
          <a:p>
            <a:pPr eaLnBrk="0" fontAlgn="base" hangingPunct="0">
              <a:lnSpc>
                <a:spcPct val="110000"/>
              </a:lnSpc>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Honesty and Transparency</a:t>
            </a:r>
            <a:r>
              <a:rPr kumimoji="0" lang="en-US" altLang="en-US" sz="2400" b="0" i="0" u="none" strike="noStrike" cap="none" normalizeH="0" baseline="0" dirty="0">
                <a:ln>
                  <a:noFill/>
                </a:ln>
                <a:effectLst/>
                <a:latin typeface="Arial" panose="020B0604020202020204" pitchFamily="34" charset="0"/>
              </a:rPr>
              <a:t>: Be open about your concerns with your manager, referencing the Code. Express that you lack experience and that rushing could lead to mistakes.</a:t>
            </a:r>
          </a:p>
          <a:p>
            <a:pPr eaLnBrk="0" fontAlgn="base" hangingPunct="0">
              <a:lnSpc>
                <a:spcPct val="110000"/>
              </a:lnSpc>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Proposing a Solution</a:t>
            </a:r>
            <a:r>
              <a:rPr kumimoji="0" lang="en-US" altLang="en-US" sz="2400" b="0" i="0" u="none" strike="noStrike" cap="none" normalizeH="0" baseline="0" dirty="0">
                <a:ln>
                  <a:noFill/>
                </a:ln>
                <a:effectLst/>
                <a:latin typeface="Arial" panose="020B0604020202020204" pitchFamily="34" charset="0"/>
              </a:rPr>
              <a:t>: Suggest collaborating with a more experienced team member to complete the task, which reduces errors and allows you to gain experience.</a:t>
            </a:r>
          </a:p>
          <a:p>
            <a:pPr eaLnBrk="0" fontAlgn="base" hangingPunct="0">
              <a:lnSpc>
                <a:spcPct val="110000"/>
              </a:lnSpc>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Escalation</a:t>
            </a:r>
            <a:r>
              <a:rPr kumimoji="0" lang="en-US" altLang="en-US" sz="2400" b="0" i="0" u="none" strike="noStrike" cap="none" normalizeH="0" baseline="0" dirty="0">
                <a:ln>
                  <a:noFill/>
                </a:ln>
                <a:effectLst/>
                <a:latin typeface="Arial" panose="020B0604020202020204" pitchFamily="34" charset="0"/>
              </a:rPr>
              <a:t>: If your manager insists on the task, consider discussing your concerns with a mentor or trainee program leader for support.</a:t>
            </a:r>
          </a:p>
          <a:p>
            <a:pPr eaLnBrk="0" fontAlgn="base" hangingPunct="0">
              <a:lnSpc>
                <a:spcPct val="110000"/>
              </a:lnSpc>
              <a:spcBef>
                <a:spcPct val="0"/>
              </a:spcBef>
              <a:spcAft>
                <a:spcPts val="600"/>
              </a:spcAft>
            </a:pPr>
            <a:r>
              <a:rPr kumimoji="0" lang="en-US" altLang="en-US" sz="2400" b="1" i="0" u="none" strike="noStrike" cap="none" normalizeH="0" baseline="0" dirty="0">
                <a:ln>
                  <a:noFill/>
                </a:ln>
                <a:effectLst/>
                <a:latin typeface="Arial" panose="020B0604020202020204" pitchFamily="34" charset="0"/>
              </a:rPr>
              <a:t>Professional Development</a:t>
            </a:r>
            <a:r>
              <a:rPr kumimoji="0" lang="en-US" altLang="en-US" sz="2400" b="0" i="0" u="none" strike="noStrike" cap="none" normalizeH="0" baseline="0" dirty="0">
                <a:ln>
                  <a:noFill/>
                </a:ln>
                <a:effectLst/>
                <a:latin typeface="Arial" panose="020B0604020202020204" pitchFamily="34" charset="0"/>
              </a:rPr>
              <a:t>: After addressing the issue, request a meeting to ensure you’re gaining the practical experience necessary to complement your studies.</a:t>
            </a:r>
          </a:p>
          <a:p>
            <a:endParaRPr lang="en-US" sz="2400" dirty="0"/>
          </a:p>
        </p:txBody>
      </p:sp>
    </p:spTree>
    <p:extLst>
      <p:ext uri="{BB962C8B-B14F-4D97-AF65-F5344CB8AC3E}">
        <p14:creationId xmlns:p14="http://schemas.microsoft.com/office/powerpoint/2010/main" xmlns="" val="1110719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23F5135F-115E-423C-BE4A-B56C35DC9F3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9" name="Group 8">
              <a:extLst>
                <a:ext uri="{FF2B5EF4-FFF2-40B4-BE49-F238E27FC236}">
                  <a16:creationId xmlns:a16="http://schemas.microsoft.com/office/drawing/2014/main" xmlns="" id="{82C1E318-0F1F-4920-8C7D-FBAC66631B54}"/>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11" name="Straight Connector 10">
                <a:extLst>
                  <a:ext uri="{FF2B5EF4-FFF2-40B4-BE49-F238E27FC236}">
                    <a16:creationId xmlns:a16="http://schemas.microsoft.com/office/drawing/2014/main" xmlns="" id="{DE4A7237-B6EB-4FB7-8B68-7C27438D477D}"/>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84E00FDE-0838-4B5B-A782-6B6C92DB0A89}"/>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Oval 9">
              <a:extLst>
                <a:ext uri="{FF2B5EF4-FFF2-40B4-BE49-F238E27FC236}">
                  <a16:creationId xmlns:a16="http://schemas.microsoft.com/office/drawing/2014/main" xmlns="" id="{2BC1B2F3-8E83-4A70-B103-979C67EECED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4" name="Rectangle 13">
            <a:extLst>
              <a:ext uri="{FF2B5EF4-FFF2-40B4-BE49-F238E27FC236}">
                <a16:creationId xmlns:a16="http://schemas.microsoft.com/office/drawing/2014/main" xmlns="" id="{820014EA-FA79-436A-9FB9-F3F66E3474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DEAF34AB-AE16-45B5-ABC1-801F06223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adlock on computer motherboard">
            <a:extLst>
              <a:ext uri="{FF2B5EF4-FFF2-40B4-BE49-F238E27FC236}">
                <a16:creationId xmlns:a16="http://schemas.microsoft.com/office/drawing/2014/main" xmlns="" id="{2DAC19CA-A3E1-EE92-8C1D-08774F67A5E4}"/>
              </a:ext>
            </a:extLst>
          </p:cNvPr>
          <p:cNvPicPr>
            <a:picLocks noChangeAspect="1"/>
          </p:cNvPicPr>
          <p:nvPr/>
        </p:nvPicPr>
        <p:blipFill>
          <a:blip r:embed="rId3">
            <a:alphaModFix amt="84000"/>
          </a:blip>
          <a:srcRect b="15730"/>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xmlns="" id="{91080BBA-334D-47E7-984F-354D2ADEEB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859220" y="859221"/>
            <a:ext cx="6858000" cy="5139558"/>
          </a:xfrm>
          <a:prstGeom prst="rect">
            <a:avLst/>
          </a:prstGeom>
          <a:gradFill flip="none" rotWithShape="1">
            <a:gsLst>
              <a:gs pos="0">
                <a:srgbClr val="000000">
                  <a:alpha val="35000"/>
                </a:srgbClr>
              </a:gs>
              <a:gs pos="100000">
                <a:srgbClr val="000000">
                  <a:alpha val="0"/>
                </a:srgbClr>
              </a:gs>
              <a:gs pos="37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C71B6B1D-6211-D011-DEC2-6F50069276BD}"/>
              </a:ext>
            </a:extLst>
          </p:cNvPr>
          <p:cNvSpPr>
            <a:spLocks noGrp="1"/>
          </p:cNvSpPr>
          <p:nvPr>
            <p:ph type="title"/>
          </p:nvPr>
        </p:nvSpPr>
        <p:spPr>
          <a:xfrm>
            <a:off x="1219200" y="479050"/>
            <a:ext cx="6777540" cy="2173278"/>
          </a:xfrm>
        </p:spPr>
        <p:txBody>
          <a:bodyPr vert="horz" lIns="91440" tIns="45720" rIns="91440" bIns="45720" rtlCol="0" anchor="b">
            <a:normAutofit/>
          </a:bodyPr>
          <a:lstStyle/>
          <a:p>
            <a:r>
              <a:rPr lang="en-US" sz="5400" i="1" kern="1200" dirty="0">
                <a:solidFill>
                  <a:srgbClr val="000000"/>
                </a:solidFill>
                <a:highlight>
                  <a:srgbClr val="FFFF00"/>
                </a:highlight>
                <a:latin typeface="+mj-lt"/>
                <a:ea typeface="+mj-ea"/>
                <a:cs typeface="+mj-cs"/>
              </a:rPr>
              <a:t>Threats and Safeguard </a:t>
            </a:r>
          </a:p>
        </p:txBody>
      </p:sp>
      <p:grpSp>
        <p:nvGrpSpPr>
          <p:cNvPr id="20" name="Group 19">
            <a:extLst>
              <a:ext uri="{FF2B5EF4-FFF2-40B4-BE49-F238E27FC236}">
                <a16:creationId xmlns:a16="http://schemas.microsoft.com/office/drawing/2014/main" xmlns="" id="{F3833EC7-7DA5-445E-A06F-61263A85ED12}"/>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21" name="Group 20">
              <a:extLst>
                <a:ext uri="{FF2B5EF4-FFF2-40B4-BE49-F238E27FC236}">
                  <a16:creationId xmlns:a16="http://schemas.microsoft.com/office/drawing/2014/main" xmlns="" id="{D3B20763-0B7D-4F31-A64F-006F366093D7}"/>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3" name="Straight Connector 22">
                <a:extLst>
                  <a:ext uri="{FF2B5EF4-FFF2-40B4-BE49-F238E27FC236}">
                    <a16:creationId xmlns:a16="http://schemas.microsoft.com/office/drawing/2014/main" xmlns="" id="{77051088-813C-4278-AC7C-F116901DBF62}"/>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60E20E28-B404-48AB-B511-8EA7D82B2622}"/>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xmlns="" id="{5C3966B9-56D5-42A7-84B1-CC398508DA5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207895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Definition </a:t>
            </a:r>
            <a:endParaRPr lang="en-US" dirty="0"/>
          </a:p>
        </p:txBody>
      </p:sp>
      <p:sp>
        <p:nvSpPr>
          <p:cNvPr id="4" name="Content Placeholder 3"/>
          <p:cNvSpPr>
            <a:spLocks noGrp="1"/>
          </p:cNvSpPr>
          <p:nvPr>
            <p:ph idx="1"/>
          </p:nvPr>
        </p:nvSpPr>
        <p:spPr/>
        <p:txBody>
          <a:bodyPr/>
          <a:lstStyle/>
          <a:p>
            <a:r>
              <a:rPr lang="en-US" dirty="0" smtClean="0"/>
              <a:t>In the context of professional ethics, particularly in accounting and auditing, a </a:t>
            </a:r>
            <a:r>
              <a:rPr lang="en-US" b="1" dirty="0" smtClean="0"/>
              <a:t>threat</a:t>
            </a:r>
            <a:r>
              <a:rPr lang="en-US" dirty="0" smtClean="0"/>
              <a:t> refers to a situation that could impair an individual's ability to act with integrity, objectivity, or professionalism. These threats can lead to bias or compromised judgment, undermining the quality of the work being done.</a:t>
            </a:r>
          </a:p>
          <a:p>
            <a:r>
              <a:rPr lang="en-US" dirty="0" smtClean="0"/>
              <a:t>On the other hand, </a:t>
            </a:r>
            <a:r>
              <a:rPr lang="en-US" b="1" dirty="0" smtClean="0"/>
              <a:t>safeguards</a:t>
            </a:r>
            <a:r>
              <a:rPr lang="en-US" dirty="0" smtClean="0"/>
              <a:t> are measures put in place to reduce or eliminate these threats. Safeguards help ensure that professionals can act independently and ethically, despite the potential threats.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22F9040-C7F2-E349-F4A6-69C64734A883}"/>
              </a:ext>
            </a:extLst>
          </p:cNvPr>
          <p:cNvPicPr>
            <a:picLocks noChangeAspect="1"/>
          </p:cNvPicPr>
          <p:nvPr/>
        </p:nvPicPr>
        <p:blipFill>
          <a:blip r:embed="rId2"/>
          <a:stretch>
            <a:fillRect/>
          </a:stretch>
        </p:blipFill>
        <p:spPr>
          <a:xfrm>
            <a:off x="1776412" y="581025"/>
            <a:ext cx="8639175" cy="5695950"/>
          </a:xfrm>
          <a:prstGeom prst="rect">
            <a:avLst/>
          </a:prstGeom>
        </p:spPr>
      </p:pic>
    </p:spTree>
    <p:extLst>
      <p:ext uri="{BB962C8B-B14F-4D97-AF65-F5344CB8AC3E}">
        <p14:creationId xmlns:p14="http://schemas.microsoft.com/office/powerpoint/2010/main" xmlns="" val="2191594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a:t>
            </a:r>
            <a:r>
              <a:rPr lang="en-US" dirty="0" smtClean="0"/>
              <a:t>categories of common threat</a:t>
            </a:r>
            <a:endParaRPr lang="en-US" dirty="0"/>
          </a:p>
        </p:txBody>
      </p:sp>
      <p:sp>
        <p:nvSpPr>
          <p:cNvPr id="3" name="Content Placeholder 2"/>
          <p:cNvSpPr>
            <a:spLocks noGrp="1"/>
          </p:cNvSpPr>
          <p:nvPr>
            <p:ph idx="1"/>
          </p:nvPr>
        </p:nvSpPr>
        <p:spPr/>
        <p:txBody>
          <a:bodyPr/>
          <a:lstStyle/>
          <a:p>
            <a:r>
              <a:rPr lang="en-US" b="1" u="sng" dirty="0" smtClean="0"/>
              <a:t>Self-interest threats </a:t>
            </a:r>
            <a:r>
              <a:rPr lang="en-US" dirty="0" smtClean="0"/>
              <a:t>can occur as a result of your own or your close family's interests – financial or otherwise. These threats often result in what is commonly called a 'conflict of interest' situation. Working in business, a self-interest threat could result from concern over job security, or from incentive remuneration arrangements. For those in practice it might be the possibility of losing a client or holding a financial interest in a client. </a:t>
            </a:r>
          </a:p>
          <a:p>
            <a:r>
              <a:rPr lang="en-US" b="1" u="sng" dirty="0" smtClean="0"/>
              <a:t>Self-review </a:t>
            </a:r>
            <a:r>
              <a:rPr lang="en-US" b="1" u="sng" dirty="0" smtClean="0"/>
              <a:t>threats </a:t>
            </a:r>
            <a:r>
              <a:rPr lang="en-US" dirty="0" smtClean="0"/>
              <a:t>occur when you are required to re-evaluate your own previous </a:t>
            </a:r>
            <a:r>
              <a:rPr lang="en-US" dirty="0" err="1" smtClean="0"/>
              <a:t>judgement</a:t>
            </a:r>
            <a:r>
              <a:rPr lang="en-US" dirty="0" smtClean="0"/>
              <a:t>, for example if you have been asked to review and justify a business decision you made, or if you are reporting on the operation of financial systems that you were involved in designing or implementing.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636494"/>
            <a:ext cx="9493250" cy="5535705"/>
          </a:xfrm>
        </p:spPr>
        <p:txBody>
          <a:bodyPr>
            <a:normAutofit/>
          </a:bodyPr>
          <a:lstStyle/>
          <a:p>
            <a:r>
              <a:rPr lang="en-US" b="1" u="sng" dirty="0" smtClean="0"/>
              <a:t>Familiarity threats </a:t>
            </a:r>
            <a:r>
              <a:rPr lang="en-US" dirty="0" smtClean="0"/>
              <a:t>can be present when you become so sympathetic to the interests of others as a result of a close relationship that your professional </a:t>
            </a:r>
            <a:r>
              <a:rPr lang="en-US" dirty="0" err="1" smtClean="0"/>
              <a:t>judgement</a:t>
            </a:r>
            <a:r>
              <a:rPr lang="en-US" dirty="0" smtClean="0"/>
              <a:t> becomes compromised. Sometimes this can result from long association with business contacts who influence business decisions, long association with colleagues, or from accepting gifts or preferential treatment from a client. </a:t>
            </a:r>
          </a:p>
          <a:p>
            <a:r>
              <a:rPr lang="en-US" b="1" u="sng" dirty="0" smtClean="0"/>
              <a:t>Intimidation </a:t>
            </a:r>
            <a:r>
              <a:rPr lang="en-US" b="1" u="sng" dirty="0" smtClean="0"/>
              <a:t>threats </a:t>
            </a:r>
            <a:r>
              <a:rPr lang="en-US" dirty="0" smtClean="0"/>
              <a:t>occur when you are deterred from acting objectively by actual or perceived threats. It could be the threat of dismissal over a disagreement about applying an accounting principle or reporting financial information, or it could be a dominant personality attempting to influence the decision making process. </a:t>
            </a:r>
          </a:p>
          <a:p>
            <a:r>
              <a:rPr lang="en-US" b="1" u="sng" dirty="0" smtClean="0"/>
              <a:t>Advocacy </a:t>
            </a:r>
            <a:r>
              <a:rPr lang="en-US" b="1" u="sng" dirty="0" smtClean="0"/>
              <a:t>threats </a:t>
            </a:r>
            <a:r>
              <a:rPr lang="en-US" dirty="0" smtClean="0"/>
              <a:t>can be a problem when you are promoting a position or opinion to the point that your subsequent objectivity is compromised. It could include acting as an advocate on behalf of an assurance client in litigation or disputes with third parties. In general, promoting the legitimate goals of your employer does not create an advocacy threat, provided that any statements you make are not misleading.</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Threats examples- identify threats for each</a:t>
            </a:r>
            <a:endParaRPr lang="en-US" dirty="0"/>
          </a:p>
        </p:txBody>
      </p:sp>
      <p:sp>
        <p:nvSpPr>
          <p:cNvPr id="3" name="Content Placeholder 2"/>
          <p:cNvSpPr>
            <a:spLocks noGrp="1"/>
          </p:cNvSpPr>
          <p:nvPr>
            <p:ph idx="1"/>
          </p:nvPr>
        </p:nvSpPr>
        <p:spPr/>
        <p:txBody>
          <a:bodyPr/>
          <a:lstStyle/>
          <a:p>
            <a:r>
              <a:rPr lang="en-US" dirty="0" smtClean="0"/>
              <a:t>Preparing </a:t>
            </a:r>
            <a:r>
              <a:rPr lang="en-US" dirty="0" smtClean="0"/>
              <a:t>accounts for a campaign group of which the accountant is a leading member </a:t>
            </a:r>
          </a:p>
          <a:p>
            <a:r>
              <a:rPr lang="en-US" dirty="0" smtClean="0"/>
              <a:t>Preparing </a:t>
            </a:r>
            <a:r>
              <a:rPr lang="en-US" dirty="0" smtClean="0"/>
              <a:t>accounts under an unrealistically imposed deadline by a major </a:t>
            </a:r>
            <a:r>
              <a:rPr lang="en-US" dirty="0" smtClean="0"/>
              <a:t>client</a:t>
            </a:r>
          </a:p>
          <a:p>
            <a:r>
              <a:rPr lang="en-US" dirty="0" smtClean="0"/>
              <a:t>Preparing </a:t>
            </a:r>
            <a:r>
              <a:rPr lang="en-US" dirty="0" smtClean="0"/>
              <a:t>accounts for your close relative's business </a:t>
            </a:r>
          </a:p>
          <a:p>
            <a:r>
              <a:rPr lang="en-US" dirty="0" smtClean="0"/>
              <a:t>Preparing </a:t>
            </a:r>
            <a:r>
              <a:rPr lang="en-US" dirty="0" smtClean="0"/>
              <a:t>accounts for your spouse's business </a:t>
            </a:r>
          </a:p>
          <a:p>
            <a:r>
              <a:rPr lang="en-US" dirty="0" smtClean="0"/>
              <a:t>Preparing </a:t>
            </a:r>
            <a:r>
              <a:rPr lang="en-US" dirty="0" smtClean="0"/>
              <a:t>accounts and providing a basic audit function on those accounts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Ans</a:t>
            </a:r>
            <a:r>
              <a:rPr lang="en-US" dirty="0" smtClean="0"/>
              <a:t> </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Preparing accounts for a campaign group of which the accountant is a leading member</a:t>
            </a:r>
            <a:r>
              <a:rPr lang="en-US" dirty="0" smtClean="0"/>
              <a:t/>
            </a:r>
            <a:br>
              <a:rPr lang="en-US" dirty="0" smtClean="0"/>
            </a:br>
            <a:r>
              <a:rPr lang="en-US" b="1" dirty="0" smtClean="0"/>
              <a:t>C. Advocacy threats</a:t>
            </a:r>
            <a:r>
              <a:rPr lang="en-US" dirty="0" smtClean="0"/>
              <a:t/>
            </a:r>
            <a:br>
              <a:rPr lang="en-US" dirty="0" smtClean="0"/>
            </a:br>
            <a:r>
              <a:rPr lang="en-US" dirty="0" smtClean="0"/>
              <a:t>The accountant might be seen as advocating for the interests of the campaign group, which could impair objectivity.</a:t>
            </a:r>
          </a:p>
          <a:p>
            <a:r>
              <a:rPr lang="en-US" b="1" dirty="0" smtClean="0"/>
              <a:t>Preparing accounts under an unrealistically imposed deadline by a major client</a:t>
            </a:r>
            <a:r>
              <a:rPr lang="en-US" dirty="0" smtClean="0"/>
              <a:t/>
            </a:r>
            <a:br>
              <a:rPr lang="en-US" dirty="0" smtClean="0"/>
            </a:br>
            <a:r>
              <a:rPr lang="en-US" b="1" dirty="0" smtClean="0"/>
              <a:t>E. Intimidation threats</a:t>
            </a:r>
            <a:r>
              <a:rPr lang="en-US" dirty="0" smtClean="0"/>
              <a:t/>
            </a:r>
            <a:br>
              <a:rPr lang="en-US" dirty="0" smtClean="0"/>
            </a:br>
            <a:r>
              <a:rPr lang="en-US" dirty="0" smtClean="0"/>
              <a:t>The pressure from the client to meet an unreasonable deadline could intimidate the accountant into compromising professional judgment.</a:t>
            </a:r>
          </a:p>
          <a:p>
            <a:r>
              <a:rPr lang="en-US" b="1" dirty="0" smtClean="0"/>
              <a:t>Preparing accounts for your close relative's business</a:t>
            </a:r>
            <a:r>
              <a:rPr lang="en-US" dirty="0" smtClean="0"/>
              <a:t/>
            </a:r>
            <a:br>
              <a:rPr lang="en-US" dirty="0" smtClean="0"/>
            </a:br>
            <a:r>
              <a:rPr lang="en-US" b="1" dirty="0" smtClean="0"/>
              <a:t>D. Familiarity threats</a:t>
            </a:r>
            <a:r>
              <a:rPr lang="en-US" dirty="0" smtClean="0"/>
              <a:t/>
            </a:r>
            <a:br>
              <a:rPr lang="en-US" dirty="0" smtClean="0"/>
            </a:br>
            <a:r>
              <a:rPr lang="en-US" dirty="0" smtClean="0"/>
              <a:t>The close relationship with the relative could affect the accountant's objectivity due to emotional involvement or bias.</a:t>
            </a:r>
          </a:p>
          <a:p>
            <a:r>
              <a:rPr lang="en-US" b="1" dirty="0" smtClean="0"/>
              <a:t>Preparing accounts for your spouse's business</a:t>
            </a:r>
            <a:r>
              <a:rPr lang="en-US" dirty="0" smtClean="0"/>
              <a:t/>
            </a:r>
            <a:br>
              <a:rPr lang="en-US" dirty="0" smtClean="0"/>
            </a:br>
            <a:r>
              <a:rPr lang="en-US" b="1" dirty="0" smtClean="0"/>
              <a:t>D. </a:t>
            </a:r>
            <a:r>
              <a:rPr lang="en-US" b="1" dirty="0" smtClean="0"/>
              <a:t>Self-interest threats </a:t>
            </a:r>
            <a:r>
              <a:rPr lang="en-US" dirty="0" smtClean="0"/>
              <a:t/>
            </a:r>
            <a:br>
              <a:rPr lang="en-US" dirty="0" smtClean="0"/>
            </a:br>
            <a:r>
              <a:rPr lang="en-US" dirty="0" smtClean="0"/>
              <a:t>The </a:t>
            </a:r>
            <a:r>
              <a:rPr lang="en-US" dirty="0" smtClean="0"/>
              <a:t>close relationship with the spouse could affect impartiality and professional judgment.</a:t>
            </a:r>
          </a:p>
          <a:p>
            <a:r>
              <a:rPr lang="en-US" b="1" dirty="0" smtClean="0"/>
              <a:t>Preparing accounts and providing a basic audit function on those accounts</a:t>
            </a:r>
            <a:r>
              <a:rPr lang="en-US" dirty="0" smtClean="0"/>
              <a:t/>
            </a:r>
            <a:br>
              <a:rPr lang="en-US" dirty="0" smtClean="0"/>
            </a:br>
            <a:r>
              <a:rPr lang="en-US" b="1" dirty="0" smtClean="0"/>
              <a:t>B. Self-review threats</a:t>
            </a:r>
            <a:r>
              <a:rPr lang="en-US" dirty="0" smtClean="0"/>
              <a:t/>
            </a:r>
            <a:br>
              <a:rPr lang="en-US" dirty="0" smtClean="0"/>
            </a:br>
            <a:r>
              <a:rPr lang="en-US" dirty="0" smtClean="0"/>
              <a:t>When the accountant prepares the accounts and also reviews them as part of the audit, it creates a conflict of interest as the accountant might not be impartial when reviewing their own work.</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Safegaurds</a:t>
            </a:r>
            <a:r>
              <a:rPr lang="en-US" dirty="0" smtClean="0"/>
              <a:t> </a:t>
            </a:r>
            <a:endParaRPr lang="en-US" dirty="0"/>
          </a:p>
        </p:txBody>
      </p:sp>
      <p:sp>
        <p:nvSpPr>
          <p:cNvPr id="3" name="Content Placeholder 2"/>
          <p:cNvSpPr>
            <a:spLocks noGrp="1"/>
          </p:cNvSpPr>
          <p:nvPr>
            <p:ph idx="1"/>
          </p:nvPr>
        </p:nvSpPr>
        <p:spPr/>
        <p:txBody>
          <a:bodyPr>
            <a:normAutofit/>
          </a:bodyPr>
          <a:lstStyle/>
          <a:p>
            <a:pPr>
              <a:buNone/>
            </a:pPr>
            <a:r>
              <a:rPr lang="en-US" dirty="0" smtClean="0"/>
              <a:t>The CIMA code does not describe all the safeguards that could be implemented, but instead gives general guidance for handling ethical issues, both for accountants working in business and for those in practice. Safeguards include, but are not restricted to: </a:t>
            </a:r>
            <a:endParaRPr lang="en-US" dirty="0" smtClean="0"/>
          </a:p>
          <a:p>
            <a:r>
              <a:rPr lang="en-US" dirty="0" smtClean="0"/>
              <a:t>educational</a:t>
            </a:r>
            <a:r>
              <a:rPr lang="en-US" dirty="0" smtClean="0"/>
              <a:t>, training and experience requirements for entry into the profession </a:t>
            </a:r>
          </a:p>
          <a:p>
            <a:r>
              <a:rPr lang="en-US" dirty="0" smtClean="0"/>
              <a:t>continuing </a:t>
            </a:r>
            <a:r>
              <a:rPr lang="en-US" dirty="0" smtClean="0"/>
              <a:t>professional development requirements </a:t>
            </a:r>
          </a:p>
          <a:p>
            <a:r>
              <a:rPr lang="en-US" dirty="0" smtClean="0"/>
              <a:t>corporate </a:t>
            </a:r>
            <a:r>
              <a:rPr lang="en-US" dirty="0" smtClean="0"/>
              <a:t>governance regulations </a:t>
            </a:r>
          </a:p>
          <a:p>
            <a:r>
              <a:rPr lang="en-US" dirty="0" smtClean="0"/>
              <a:t>professional </a:t>
            </a:r>
            <a:r>
              <a:rPr lang="en-US" dirty="0" smtClean="0"/>
              <a:t>standards </a:t>
            </a:r>
          </a:p>
          <a:p>
            <a:r>
              <a:rPr lang="en-US" dirty="0" smtClean="0"/>
              <a:t>professional </a:t>
            </a:r>
            <a:r>
              <a:rPr lang="en-US" dirty="0" smtClean="0"/>
              <a:t>or regulatory monitoring and disciplinary procedures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2988" y="735106"/>
            <a:ext cx="9493250" cy="5257799"/>
          </a:xfrm>
        </p:spPr>
        <p:txBody>
          <a:bodyPr>
            <a:normAutofit/>
          </a:bodyPr>
          <a:lstStyle/>
          <a:p>
            <a:r>
              <a:rPr lang="en-US" dirty="0" smtClean="0"/>
              <a:t>external review of the reports, returns, communications or information produced by a member and carried out by a legally empowered third party. </a:t>
            </a:r>
          </a:p>
          <a:p>
            <a:r>
              <a:rPr lang="en-US" dirty="0" smtClean="0"/>
              <a:t>the employing </a:t>
            </a:r>
            <a:r>
              <a:rPr lang="en-US" dirty="0" err="1" smtClean="0"/>
              <a:t>organisation’s</a:t>
            </a:r>
            <a:r>
              <a:rPr lang="en-US" dirty="0" smtClean="0"/>
              <a:t> systems of corporate oversight or other oversight structures </a:t>
            </a:r>
          </a:p>
          <a:p>
            <a:r>
              <a:rPr lang="en-US" dirty="0" smtClean="0"/>
              <a:t>the employing </a:t>
            </a:r>
            <a:r>
              <a:rPr lang="en-US" dirty="0" err="1" smtClean="0"/>
              <a:t>organisation’s</a:t>
            </a:r>
            <a:r>
              <a:rPr lang="en-US" dirty="0" smtClean="0"/>
              <a:t> ethics and conduct programmes </a:t>
            </a:r>
          </a:p>
          <a:p>
            <a:r>
              <a:rPr lang="en-US" dirty="0" smtClean="0"/>
              <a:t>recruitment procedures in the employing </a:t>
            </a:r>
            <a:r>
              <a:rPr lang="en-US" dirty="0" err="1" smtClean="0"/>
              <a:t>organisation</a:t>
            </a:r>
            <a:r>
              <a:rPr lang="en-US" dirty="0" smtClean="0"/>
              <a:t> </a:t>
            </a:r>
            <a:r>
              <a:rPr lang="en-US" dirty="0" err="1" smtClean="0"/>
              <a:t>emphasising</a:t>
            </a:r>
            <a:r>
              <a:rPr lang="en-US" dirty="0" smtClean="0"/>
              <a:t> the importance of employing high </a:t>
            </a:r>
            <a:r>
              <a:rPr lang="en-US" dirty="0" err="1" smtClean="0"/>
              <a:t>calibre</a:t>
            </a:r>
            <a:r>
              <a:rPr lang="en-US" dirty="0" smtClean="0"/>
              <a:t> competent staff </a:t>
            </a:r>
          </a:p>
          <a:p>
            <a:r>
              <a:rPr lang="en-US" dirty="0" smtClean="0"/>
              <a:t>the employing </a:t>
            </a:r>
            <a:r>
              <a:rPr lang="en-US" dirty="0" err="1" smtClean="0"/>
              <a:t>organisation's</a:t>
            </a:r>
            <a:r>
              <a:rPr lang="en-US" dirty="0" smtClean="0"/>
              <a:t> grievance procedures </a:t>
            </a:r>
          </a:p>
          <a:p>
            <a:r>
              <a:rPr lang="en-US" dirty="0" smtClean="0"/>
              <a:t>strong internal controls • appropriate disciplinary processes </a:t>
            </a:r>
          </a:p>
          <a:p>
            <a:r>
              <a:rPr lang="en-US" dirty="0" smtClean="0"/>
              <a:t>leadership that stresses the importance of ethical </a:t>
            </a:r>
            <a:r>
              <a:rPr lang="en-US" dirty="0" err="1" smtClean="0"/>
              <a:t>behaviour</a:t>
            </a:r>
            <a:r>
              <a:rPr lang="en-US" dirty="0" smtClean="0"/>
              <a:t> and the expectation that employees will act in an ethical manner </a:t>
            </a:r>
          </a:p>
          <a:p>
            <a:r>
              <a:rPr lang="en-US" dirty="0" smtClean="0"/>
              <a:t>timely communication of the employing </a:t>
            </a:r>
            <a:r>
              <a:rPr lang="en-US" dirty="0" err="1" smtClean="0"/>
              <a:t>organisation’s</a:t>
            </a:r>
            <a:r>
              <a:rPr lang="en-US" dirty="0" smtClean="0"/>
              <a:t> policies and procedures</a:t>
            </a:r>
          </a:p>
          <a:p>
            <a:r>
              <a:rPr lang="en-US" dirty="0" smtClean="0"/>
              <a:t>consultation with another appropriate professional</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Various Ethical </a:t>
            </a:r>
            <a:r>
              <a:rPr lang="en-US" dirty="0" smtClean="0"/>
              <a:t>threats and safeguards</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1. Conflict Between Employer Requirements and Fundamental Principles</a:t>
            </a:r>
            <a:endParaRPr lang="en-US" dirty="0"/>
          </a:p>
        </p:txBody>
      </p:sp>
      <p:sp>
        <p:nvSpPr>
          <p:cNvPr id="3" name="Content Placeholder 2"/>
          <p:cNvSpPr>
            <a:spLocks noGrp="1"/>
          </p:cNvSpPr>
          <p:nvPr>
            <p:ph idx="1"/>
          </p:nvPr>
        </p:nvSpPr>
        <p:spPr/>
        <p:txBody>
          <a:bodyPr>
            <a:normAutofit/>
          </a:bodyPr>
          <a:lstStyle/>
          <a:p>
            <a:r>
              <a:rPr lang="en-US" b="1" dirty="0" smtClean="0"/>
              <a:t>Ethical </a:t>
            </a:r>
            <a:r>
              <a:rPr lang="en-US" b="1" dirty="0" smtClean="0"/>
              <a:t>Threat</a:t>
            </a:r>
            <a:r>
              <a:rPr lang="en-US" dirty="0" smtClean="0"/>
              <a:t>:</a:t>
            </a:r>
          </a:p>
          <a:p>
            <a:pPr>
              <a:buNone/>
            </a:pPr>
            <a:r>
              <a:rPr lang="en-US" dirty="0" smtClean="0"/>
              <a:t>The accountant may be pressured by the employer to act contrary to laws, regulations, or professional standards.</a:t>
            </a:r>
            <a:br>
              <a:rPr lang="en-US" dirty="0" smtClean="0"/>
            </a:br>
            <a:endParaRPr lang="en-US" dirty="0" smtClean="0"/>
          </a:p>
          <a:p>
            <a:pPr>
              <a:buNone/>
            </a:pPr>
            <a:r>
              <a:rPr lang="en-US" b="1" dirty="0" smtClean="0"/>
              <a:t>Safeguards</a:t>
            </a:r>
            <a:r>
              <a:rPr lang="en-US" dirty="0" smtClean="0"/>
              <a:t>:</a:t>
            </a:r>
          </a:p>
          <a:p>
            <a:r>
              <a:rPr lang="en-US" b="1" dirty="0" smtClean="0"/>
              <a:t>Obtaining advice</a:t>
            </a:r>
            <a:r>
              <a:rPr lang="en-US" dirty="0" smtClean="0"/>
              <a:t> from the employer, professional organization, or professional advisor.</a:t>
            </a:r>
          </a:p>
          <a:p>
            <a:r>
              <a:rPr lang="en-US" b="1" dirty="0" smtClean="0"/>
              <a:t>The employer providing a formal dispute resolution process.</a:t>
            </a:r>
            <a:endParaRPr lang="en-US" dirty="0" smtClean="0"/>
          </a:p>
          <a:p>
            <a:r>
              <a:rPr lang="en-US" b="1" dirty="0" smtClean="0"/>
              <a:t>Legal advice</a:t>
            </a:r>
            <a:r>
              <a:rPr lang="en-US" dirty="0" smtClean="0"/>
              <a:t> to ensure compliance with applicable laws and regulations.</a:t>
            </a:r>
          </a:p>
          <a:p>
            <a:endParaRPr lang="en-US"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Preparation and Reporting on Information</a:t>
            </a:r>
            <a:endParaRPr lang="en-US" dirty="0"/>
          </a:p>
        </p:txBody>
      </p:sp>
      <p:sp>
        <p:nvSpPr>
          <p:cNvPr id="3" name="Content Placeholder 2"/>
          <p:cNvSpPr>
            <a:spLocks noGrp="1"/>
          </p:cNvSpPr>
          <p:nvPr>
            <p:ph idx="1"/>
          </p:nvPr>
        </p:nvSpPr>
        <p:spPr/>
        <p:txBody>
          <a:bodyPr>
            <a:normAutofit/>
          </a:bodyPr>
          <a:lstStyle/>
          <a:p>
            <a:r>
              <a:rPr lang="en-US" b="1" dirty="0" smtClean="0"/>
              <a:t>Ethical </a:t>
            </a:r>
            <a:r>
              <a:rPr lang="en-US" b="1" dirty="0" smtClean="0"/>
              <a:t>Threat</a:t>
            </a:r>
            <a:r>
              <a:rPr lang="en-US" dirty="0" smtClean="0"/>
              <a:t>:</a:t>
            </a:r>
          </a:p>
          <a:p>
            <a:pPr>
              <a:buNone/>
            </a:pPr>
            <a:r>
              <a:rPr lang="en-US" dirty="0" smtClean="0"/>
              <a:t>The accountant may be pressured to provide misleading or false information, which undermines fairness, objectivity, and honesty in reporting.</a:t>
            </a:r>
            <a:br>
              <a:rPr lang="en-US" dirty="0" smtClean="0"/>
            </a:br>
            <a:endParaRPr lang="en-US" dirty="0" smtClean="0"/>
          </a:p>
          <a:p>
            <a:pPr>
              <a:buNone/>
            </a:pPr>
            <a:r>
              <a:rPr lang="en-US" b="1" dirty="0" smtClean="0"/>
              <a:t>Safeguards</a:t>
            </a:r>
            <a:r>
              <a:rPr lang="en-US" dirty="0" smtClean="0"/>
              <a:t>:</a:t>
            </a:r>
          </a:p>
          <a:p>
            <a:r>
              <a:rPr lang="en-US" b="1" dirty="0" smtClean="0"/>
              <a:t>Consultation with superiors</a:t>
            </a:r>
            <a:r>
              <a:rPr lang="en-US" dirty="0" smtClean="0"/>
              <a:t> in the employing company to ensure transparency.</a:t>
            </a:r>
          </a:p>
          <a:p>
            <a:r>
              <a:rPr lang="en-US" b="1" dirty="0" smtClean="0"/>
              <a:t>Consultation with those charged with governance</a:t>
            </a:r>
            <a:r>
              <a:rPr lang="en-US" dirty="0" smtClean="0"/>
              <a:t> (such as the board of directors or audit committee) to align on ethical standards.</a:t>
            </a:r>
          </a:p>
          <a:p>
            <a:r>
              <a:rPr lang="en-US" b="1" dirty="0" smtClean="0"/>
              <a:t>Consultation with the relevant professional body</a:t>
            </a:r>
            <a:r>
              <a:rPr lang="en-US" dirty="0" smtClean="0"/>
              <a:t> to ensure the information complies with professional standards.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Having Sufficient </a:t>
            </a:r>
            <a:r>
              <a:rPr lang="en-US" b="1" dirty="0" smtClean="0"/>
              <a:t>Expertise</a:t>
            </a:r>
            <a:endParaRPr lang="en-US" dirty="0"/>
          </a:p>
        </p:txBody>
      </p:sp>
      <p:sp>
        <p:nvSpPr>
          <p:cNvPr id="3" name="Content Placeholder 2"/>
          <p:cNvSpPr>
            <a:spLocks noGrp="1"/>
          </p:cNvSpPr>
          <p:nvPr>
            <p:ph idx="1"/>
          </p:nvPr>
        </p:nvSpPr>
        <p:spPr/>
        <p:txBody>
          <a:bodyPr>
            <a:normAutofit lnSpcReduction="10000"/>
          </a:bodyPr>
          <a:lstStyle/>
          <a:p>
            <a:r>
              <a:rPr lang="en-US" b="1" dirty="0" smtClean="0"/>
              <a:t>Ethical </a:t>
            </a:r>
            <a:r>
              <a:rPr lang="en-US" b="1" dirty="0" smtClean="0"/>
              <a:t>Threat</a:t>
            </a:r>
            <a:r>
              <a:rPr lang="en-US" dirty="0" smtClean="0"/>
              <a:t>:</a:t>
            </a:r>
          </a:p>
          <a:p>
            <a:pPr>
              <a:buNone/>
            </a:pPr>
            <a:r>
              <a:rPr lang="en-US" dirty="0" smtClean="0"/>
              <a:t>An accountant might be pressured to take on tasks beyond their level of expertise due to time constraints, lack of information, or insufficient experience, leading to unethical behavior or inadequate reporting.</a:t>
            </a:r>
            <a:br>
              <a:rPr lang="en-US" dirty="0" smtClean="0"/>
            </a:br>
            <a:endParaRPr lang="en-US" dirty="0" smtClean="0"/>
          </a:p>
          <a:p>
            <a:pPr>
              <a:buNone/>
            </a:pPr>
            <a:r>
              <a:rPr lang="en-US" b="1" dirty="0" smtClean="0"/>
              <a:t>Safeguards</a:t>
            </a:r>
            <a:r>
              <a:rPr lang="en-US" dirty="0" smtClean="0"/>
              <a:t>:</a:t>
            </a:r>
          </a:p>
          <a:p>
            <a:r>
              <a:rPr lang="en-US" b="1" dirty="0" smtClean="0"/>
              <a:t>Obtaining additional advice or training</a:t>
            </a:r>
            <a:r>
              <a:rPr lang="en-US" dirty="0" smtClean="0"/>
              <a:t> to ensure that the accountant has the necessary skills.</a:t>
            </a:r>
          </a:p>
          <a:p>
            <a:r>
              <a:rPr lang="en-US" b="1" dirty="0" smtClean="0"/>
              <a:t>Negotiating more time</a:t>
            </a:r>
            <a:r>
              <a:rPr lang="en-US" dirty="0" smtClean="0"/>
              <a:t> to carry out duties effectively and with due diligence.</a:t>
            </a:r>
          </a:p>
          <a:p>
            <a:r>
              <a:rPr lang="en-US" b="1" dirty="0" smtClean="0"/>
              <a:t>Obtaining assistance from someone with relevant expertise</a:t>
            </a:r>
            <a:r>
              <a:rPr lang="en-US" dirty="0" smtClean="0"/>
              <a:t> to fill gaps in knowledge or experience.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 Financial </a:t>
            </a:r>
            <a:r>
              <a:rPr lang="en-US" b="1" dirty="0" smtClean="0"/>
              <a:t>Interests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Ethical </a:t>
            </a:r>
            <a:r>
              <a:rPr lang="en-US" b="1" dirty="0" smtClean="0"/>
              <a:t>Threat</a:t>
            </a:r>
            <a:r>
              <a:rPr lang="en-US" dirty="0" smtClean="0"/>
              <a:t>:</a:t>
            </a:r>
          </a:p>
          <a:p>
            <a:pPr>
              <a:buNone/>
            </a:pPr>
            <a:r>
              <a:rPr lang="en-US" dirty="0" smtClean="0"/>
              <a:t>Situations where the accountant or a close family member has a financial interest in the company (e.g., receiving bonuses based on the financial results the accountant prepares or owning shares in the company) could impair objectivity.</a:t>
            </a:r>
            <a:br>
              <a:rPr lang="en-US" dirty="0" smtClean="0"/>
            </a:br>
            <a:endParaRPr lang="en-US" dirty="0" smtClean="0"/>
          </a:p>
          <a:p>
            <a:pPr>
              <a:buNone/>
            </a:pPr>
            <a:r>
              <a:rPr lang="en-US" b="1" dirty="0" smtClean="0"/>
              <a:t>Safeguards</a:t>
            </a:r>
            <a:r>
              <a:rPr lang="en-US" dirty="0" smtClean="0"/>
              <a:t>:</a:t>
            </a:r>
          </a:p>
          <a:p>
            <a:r>
              <a:rPr lang="en-US" b="1" dirty="0" smtClean="0"/>
              <a:t>Remuneration being determined by other members of management</a:t>
            </a:r>
            <a:r>
              <a:rPr lang="en-US" dirty="0" smtClean="0"/>
              <a:t> to avoid conflicts of interest.</a:t>
            </a:r>
          </a:p>
          <a:p>
            <a:r>
              <a:rPr lang="en-US" b="1" dirty="0" smtClean="0"/>
              <a:t>Disclosure of relevant interests</a:t>
            </a:r>
            <a:r>
              <a:rPr lang="en-US" dirty="0" smtClean="0"/>
              <a:t> to those charged with governance (e.g., board members).</a:t>
            </a:r>
          </a:p>
          <a:p>
            <a:r>
              <a:rPr lang="en-US" b="1" dirty="0" smtClean="0"/>
              <a:t>Consultation with superiors</a:t>
            </a:r>
            <a:r>
              <a:rPr lang="en-US" dirty="0" smtClean="0"/>
              <a:t> or the relevant professional body to assess potential conflicts of interest</a:t>
            </a:r>
            <a:r>
              <a:rPr lang="en-US" dirty="0" smtClean="0"/>
              <a:t>.</a:t>
            </a:r>
            <a:endParaRPr lang="en-US"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Inducements with Intent to Improperly Influence Behavior</a:t>
            </a:r>
            <a:endParaRPr lang="en-US" dirty="0"/>
          </a:p>
        </p:txBody>
      </p:sp>
      <p:sp>
        <p:nvSpPr>
          <p:cNvPr id="3" name="Content Placeholder 2"/>
          <p:cNvSpPr>
            <a:spLocks noGrp="1"/>
          </p:cNvSpPr>
          <p:nvPr>
            <p:ph idx="1"/>
          </p:nvPr>
        </p:nvSpPr>
        <p:spPr/>
        <p:txBody>
          <a:bodyPr/>
          <a:lstStyle/>
          <a:p>
            <a:r>
              <a:rPr lang="en-US" b="1" dirty="0" smtClean="0"/>
              <a:t>Ethical </a:t>
            </a:r>
            <a:r>
              <a:rPr lang="en-US" b="1" dirty="0" smtClean="0"/>
              <a:t>Threat</a:t>
            </a:r>
            <a:r>
              <a:rPr lang="en-US" dirty="0" smtClean="0"/>
              <a:t>:</a:t>
            </a:r>
          </a:p>
          <a:p>
            <a:pPr>
              <a:buNone/>
            </a:pPr>
            <a:r>
              <a:rPr lang="en-US" dirty="0" smtClean="0"/>
              <a:t>Inducements such as gifts, entertainment, or other incentives offered to influence the accountant's behavior unethically.</a:t>
            </a:r>
            <a:br>
              <a:rPr lang="en-US" dirty="0" smtClean="0"/>
            </a:br>
            <a:endParaRPr lang="en-US" dirty="0" smtClean="0"/>
          </a:p>
          <a:p>
            <a:pPr>
              <a:buNone/>
            </a:pPr>
            <a:r>
              <a:rPr lang="en-US" b="1" dirty="0" smtClean="0"/>
              <a:t>Safeguards</a:t>
            </a:r>
            <a:r>
              <a:rPr lang="en-US" dirty="0" smtClean="0"/>
              <a:t>:</a:t>
            </a:r>
          </a:p>
          <a:p>
            <a:r>
              <a:rPr lang="en-US" b="1" dirty="0" smtClean="0"/>
              <a:t>Do not accept the inducement!</a:t>
            </a:r>
            <a:r>
              <a:rPr lang="en-US" dirty="0" smtClean="0"/>
              <a:t> Simply rejecting the offer protects objectivity.</a:t>
            </a:r>
          </a:p>
          <a:p>
            <a:r>
              <a:rPr lang="en-US" b="1" dirty="0" smtClean="0"/>
              <a:t>Inform relevant third parties</a:t>
            </a:r>
            <a:r>
              <a:rPr lang="en-US" dirty="0" smtClean="0"/>
              <a:t> (e.g., senior management, professional associations) about the inducement after seeking legal advice.</a:t>
            </a:r>
          </a:p>
          <a:p>
            <a:r>
              <a:rPr lang="en-US" b="1" dirty="0" smtClean="0"/>
              <a:t>Consider amending or terminating the business relationship</a:t>
            </a:r>
            <a:r>
              <a:rPr lang="en-US" dirty="0" smtClean="0"/>
              <a:t> with the party offering the inducement to avoid future ethical concerns.</a:t>
            </a:r>
          </a:p>
          <a:p>
            <a:endParaRPr lang="en-US"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6. Inducements with No Intent to Improperly Influence </a:t>
            </a:r>
            <a:r>
              <a:rPr lang="en-US" b="1" dirty="0" smtClean="0"/>
              <a:t>Behavior</a:t>
            </a:r>
            <a:endParaRPr lang="en-US" dirty="0"/>
          </a:p>
        </p:txBody>
      </p:sp>
      <p:sp>
        <p:nvSpPr>
          <p:cNvPr id="3" name="Content Placeholder 2"/>
          <p:cNvSpPr>
            <a:spLocks noGrp="1"/>
          </p:cNvSpPr>
          <p:nvPr>
            <p:ph idx="1"/>
          </p:nvPr>
        </p:nvSpPr>
        <p:spPr/>
        <p:txBody>
          <a:bodyPr>
            <a:normAutofit/>
          </a:bodyPr>
          <a:lstStyle/>
          <a:p>
            <a:r>
              <a:rPr lang="en-US" b="1" dirty="0" smtClean="0"/>
              <a:t>Ethical </a:t>
            </a:r>
            <a:r>
              <a:rPr lang="en-US" b="1" dirty="0" smtClean="0"/>
              <a:t>Threat</a:t>
            </a:r>
            <a:r>
              <a:rPr lang="en-US" dirty="0" smtClean="0"/>
              <a:t>:</a:t>
            </a:r>
          </a:p>
          <a:p>
            <a:pPr>
              <a:buNone/>
            </a:pPr>
            <a:r>
              <a:rPr lang="en-US" dirty="0" smtClean="0"/>
              <a:t>This involves situations where inducements are offered without malicious intent, such as routine invitations to lunch or small gifts, which may still raise ethical concerns depending on the context.</a:t>
            </a:r>
            <a:br>
              <a:rPr lang="en-US" dirty="0" smtClean="0"/>
            </a:br>
            <a:endParaRPr lang="en-US" dirty="0" smtClean="0"/>
          </a:p>
          <a:p>
            <a:pPr>
              <a:buNone/>
            </a:pPr>
            <a:r>
              <a:rPr lang="en-US" b="1" dirty="0" smtClean="0"/>
              <a:t>Safeguards</a:t>
            </a:r>
            <a:r>
              <a:rPr lang="en-US" dirty="0" smtClean="0"/>
              <a:t>:</a:t>
            </a:r>
          </a:p>
          <a:p>
            <a:r>
              <a:rPr lang="en-US" b="1" dirty="0" smtClean="0"/>
              <a:t>Being transparent with senior management</a:t>
            </a:r>
            <a:r>
              <a:rPr lang="en-US" dirty="0" smtClean="0"/>
              <a:t> about offering or accepting such inducements.</a:t>
            </a:r>
          </a:p>
          <a:p>
            <a:r>
              <a:rPr lang="en-US" b="1" dirty="0" smtClean="0"/>
              <a:t>Registering the inducement in a log</a:t>
            </a:r>
            <a:r>
              <a:rPr lang="en-US" dirty="0" smtClean="0"/>
              <a:t> maintained by the employing organization or counterparty to ensure accountability and transparency.</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7. Confidential </a:t>
            </a:r>
            <a:r>
              <a:rPr lang="en-US" b="1" dirty="0" smtClean="0"/>
              <a:t>Information</a:t>
            </a:r>
            <a:endParaRPr lang="en-US" dirty="0"/>
          </a:p>
        </p:txBody>
      </p:sp>
      <p:sp>
        <p:nvSpPr>
          <p:cNvPr id="3" name="Content Placeholder 2"/>
          <p:cNvSpPr>
            <a:spLocks noGrp="1"/>
          </p:cNvSpPr>
          <p:nvPr>
            <p:ph idx="1"/>
          </p:nvPr>
        </p:nvSpPr>
        <p:spPr/>
        <p:txBody>
          <a:bodyPr/>
          <a:lstStyle/>
          <a:p>
            <a:r>
              <a:rPr lang="en-US" b="1" dirty="0" smtClean="0"/>
              <a:t>Ethical </a:t>
            </a:r>
            <a:r>
              <a:rPr lang="en-US" b="1" dirty="0" smtClean="0"/>
              <a:t>Threat</a:t>
            </a:r>
            <a:r>
              <a:rPr lang="en-US" dirty="0" smtClean="0"/>
              <a:t>:</a:t>
            </a:r>
          </a:p>
          <a:p>
            <a:r>
              <a:rPr lang="en-US" dirty="0" smtClean="0"/>
              <a:t>The accountant might face pressure to disclose confidential information, especially in cases where the need for disclosure conflicts with legal or professional obligations (e.g., anti-money laundering regulations).</a:t>
            </a:r>
            <a:br>
              <a:rPr lang="en-US" dirty="0" smtClean="0"/>
            </a:br>
            <a:endParaRPr lang="en-US" dirty="0" smtClean="0"/>
          </a:p>
          <a:p>
            <a:r>
              <a:rPr lang="en-US" b="1" dirty="0" smtClean="0"/>
              <a:t>Safeguards</a:t>
            </a:r>
            <a:r>
              <a:rPr lang="en-US" dirty="0" smtClean="0"/>
              <a:t>:</a:t>
            </a:r>
          </a:p>
          <a:p>
            <a:r>
              <a:rPr lang="en-US" b="1" dirty="0" smtClean="0"/>
              <a:t>Disclose information in compliance with relevant statutory requirements</a:t>
            </a:r>
            <a:r>
              <a:rPr lang="en-US" dirty="0" smtClean="0"/>
              <a:t> (e.g., money laundering regulations or other legal obligations).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8. </a:t>
            </a:r>
            <a:r>
              <a:rPr lang="en-US" b="1" dirty="0" err="1" smtClean="0"/>
              <a:t>Whistleblowing</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Ethical </a:t>
            </a:r>
            <a:r>
              <a:rPr lang="en-US" b="1" dirty="0" smtClean="0"/>
              <a:t>Threat</a:t>
            </a:r>
            <a:r>
              <a:rPr lang="en-US" dirty="0" smtClean="0"/>
              <a:t>:</a:t>
            </a:r>
          </a:p>
          <a:p>
            <a:r>
              <a:rPr lang="en-US" dirty="0" smtClean="0"/>
              <a:t>Situations where the accountant is aware of unethical or illegal actions taken by the client and needs to disclose information. This can lead to conflicts between maintaining confidentiality and fulfilling legal or ethical obligations to report wrongdoing.</a:t>
            </a:r>
            <a:br>
              <a:rPr lang="en-US" dirty="0" smtClean="0"/>
            </a:br>
            <a:endParaRPr lang="en-US" dirty="0" smtClean="0"/>
          </a:p>
          <a:p>
            <a:r>
              <a:rPr lang="en-US" b="1" dirty="0" smtClean="0"/>
              <a:t>Safeguards</a:t>
            </a:r>
            <a:r>
              <a:rPr lang="en-US" dirty="0" smtClean="0"/>
              <a:t>:</a:t>
            </a:r>
          </a:p>
          <a:p>
            <a:r>
              <a:rPr lang="en-US" dirty="0" smtClean="0"/>
              <a:t>Follow the </a:t>
            </a:r>
            <a:r>
              <a:rPr lang="en-US" b="1" dirty="0" smtClean="0"/>
              <a:t>disclosure provisions of the employer</a:t>
            </a:r>
            <a:r>
              <a:rPr lang="en-US" dirty="0" smtClean="0"/>
              <a:t> to ensure ethical obligations are met.</a:t>
            </a:r>
          </a:p>
          <a:p>
            <a:r>
              <a:rPr lang="en-US" dirty="0" smtClean="0"/>
              <a:t>If necessary, disclosure should be based on an assessment of:</a:t>
            </a:r>
          </a:p>
          <a:p>
            <a:pPr lvl="1"/>
            <a:r>
              <a:rPr lang="en-US" dirty="0" smtClean="0"/>
              <a:t>Legal obligations to disclose.</a:t>
            </a:r>
          </a:p>
          <a:p>
            <a:pPr lvl="1"/>
            <a:r>
              <a:rPr lang="en-US" dirty="0" smtClean="0"/>
              <a:t>Whether members of the public will be adversely affected.</a:t>
            </a:r>
          </a:p>
          <a:p>
            <a:pPr lvl="1"/>
            <a:r>
              <a:rPr lang="en-US" dirty="0" smtClean="0"/>
              <a:t>The gravity and likelihood of repetition of the unethical behavior.</a:t>
            </a:r>
          </a:p>
          <a:p>
            <a:pPr lvl="1"/>
            <a:r>
              <a:rPr lang="en-US" dirty="0" smtClean="0"/>
              <a:t>The reliability of the information.</a:t>
            </a:r>
          </a:p>
          <a:p>
            <a:pPr lvl="1"/>
            <a:r>
              <a:rPr lang="en-US" dirty="0" smtClean="0"/>
              <a:t>The reasons why the employer does not want to disclose the information.</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xmlns="" id="{C81A7265-3506-4AA8-B738-A2573AA996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7D7C586-A7FB-4DC2-FC84-605D1906FC86}"/>
              </a:ext>
            </a:extLst>
          </p:cNvPr>
          <p:cNvSpPr>
            <a:spLocks noGrp="1"/>
          </p:cNvSpPr>
          <p:nvPr>
            <p:ph type="title"/>
          </p:nvPr>
        </p:nvSpPr>
        <p:spPr>
          <a:xfrm>
            <a:off x="1219200" y="1230702"/>
            <a:ext cx="4111925" cy="4399472"/>
          </a:xfrm>
        </p:spPr>
        <p:txBody>
          <a:bodyPr anchor="t">
            <a:normAutofit/>
          </a:bodyPr>
          <a:lstStyle/>
          <a:p>
            <a:pPr lvl="0"/>
            <a:r>
              <a:rPr lang="en-US" dirty="0"/>
              <a:t>Two different approaches to formulating a code of ethics </a:t>
            </a:r>
          </a:p>
        </p:txBody>
      </p:sp>
      <p:grpSp>
        <p:nvGrpSpPr>
          <p:cNvPr id="29" name="Group 28">
            <a:extLst>
              <a:ext uri="{FF2B5EF4-FFF2-40B4-BE49-F238E27FC236}">
                <a16:creationId xmlns:a16="http://schemas.microsoft.com/office/drawing/2014/main" xmlns="" id="{FE0B2377-2BD7-4957-B891-136A830A28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74436" y="6388259"/>
            <a:ext cx="358083" cy="368964"/>
            <a:chOff x="4135740" y="1795926"/>
            <a:chExt cx="558732" cy="575710"/>
          </a:xfrm>
        </p:grpSpPr>
        <p:grpSp>
          <p:nvGrpSpPr>
            <p:cNvPr id="23" name="Group 22">
              <a:extLst>
                <a:ext uri="{FF2B5EF4-FFF2-40B4-BE49-F238E27FC236}">
                  <a16:creationId xmlns:a16="http://schemas.microsoft.com/office/drawing/2014/main" xmlns="" id="{FCA48E6D-74D3-4D4B-9C3B-C079791777E4}"/>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4135740" y="1795926"/>
              <a:ext cx="558732" cy="575710"/>
              <a:chOff x="1028007" y="1706560"/>
              <a:chExt cx="575710" cy="575710"/>
            </a:xfrm>
          </p:grpSpPr>
          <p:cxnSp>
            <p:nvCxnSpPr>
              <p:cNvPr id="25" name="Straight Connector 24">
                <a:extLst>
                  <a:ext uri="{FF2B5EF4-FFF2-40B4-BE49-F238E27FC236}">
                    <a16:creationId xmlns:a16="http://schemas.microsoft.com/office/drawing/2014/main" xmlns="" id="{30AF523E-E0A1-4A12-9FA4-C826F31F704C}"/>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0300EFBC-C1C9-48FD-92B5-F750D25AB114}"/>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xmlns="" id="{3A331456-781B-4BED-B83E-CEBDEFF7F29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xmlns="" id="{5F7736A4-9C11-AFB9-C8DD-4E2217E25EC3}"/>
              </a:ext>
            </a:extLst>
          </p:cNvPr>
          <p:cNvGraphicFramePr>
            <a:graphicFrameLocks noGrp="1"/>
          </p:cNvGraphicFramePr>
          <p:nvPr>
            <p:ph idx="1"/>
            <p:extLst>
              <p:ext uri="{D42A27DB-BD31-4B8C-83A1-F6EECF244321}">
                <p14:modId xmlns:p14="http://schemas.microsoft.com/office/powerpoint/2010/main" xmlns="" val="2747550435"/>
              </p:ext>
            </p:extLst>
          </p:nvPr>
        </p:nvGraphicFramePr>
        <p:xfrm>
          <a:off x="6096000" y="718868"/>
          <a:ext cx="5410200" cy="5453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447538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60764-C0D5-5515-01A7-E8B6638885FB}"/>
              </a:ext>
            </a:extLst>
          </p:cNvPr>
          <p:cNvSpPr>
            <a:spLocks noGrp="1"/>
          </p:cNvSpPr>
          <p:nvPr>
            <p:ph type="title"/>
          </p:nvPr>
        </p:nvSpPr>
        <p:spPr/>
        <p:txBody>
          <a:bodyPr/>
          <a:lstStyle/>
          <a:p>
            <a:r>
              <a:rPr lang="en-US" dirty="0" smtClean="0"/>
              <a:t>The Seven Principles of Public Life</a:t>
            </a:r>
            <a:endParaRPr lang="en-US" dirty="0"/>
          </a:p>
        </p:txBody>
      </p:sp>
      <p:sp>
        <p:nvSpPr>
          <p:cNvPr id="3" name="Content Placeholder 2">
            <a:extLst>
              <a:ext uri="{FF2B5EF4-FFF2-40B4-BE49-F238E27FC236}">
                <a16:creationId xmlns:a16="http://schemas.microsoft.com/office/drawing/2014/main" xmlns="" id="{79540FD7-D31B-6332-6420-FA1BE6D1A385}"/>
              </a:ext>
            </a:extLst>
          </p:cNvPr>
          <p:cNvSpPr>
            <a:spLocks noGrp="1"/>
          </p:cNvSpPr>
          <p:nvPr>
            <p:ph idx="1"/>
          </p:nvPr>
        </p:nvSpPr>
        <p:spPr/>
        <p:txBody>
          <a:bodyPr>
            <a:normAutofit fontScale="92500" lnSpcReduction="10000"/>
          </a:bodyPr>
          <a:lstStyle/>
          <a:p>
            <a:r>
              <a:rPr lang="en-US" b="1" dirty="0" smtClean="0"/>
              <a:t>Selflessness</a:t>
            </a:r>
            <a:r>
              <a:rPr lang="en-US" dirty="0" smtClean="0"/>
              <a:t> </a:t>
            </a:r>
          </a:p>
          <a:p>
            <a:pPr>
              <a:buNone/>
            </a:pPr>
            <a:r>
              <a:rPr lang="en-US" dirty="0" smtClean="0"/>
              <a:t>Holders </a:t>
            </a:r>
            <a:r>
              <a:rPr lang="en-US" dirty="0" smtClean="0"/>
              <a:t>of public office should act solely in terms of the public interest. They should not do so in order to gain financial or other benefits for themselves, their family or their friends. </a:t>
            </a:r>
            <a:endParaRPr lang="en-US" dirty="0" smtClean="0"/>
          </a:p>
          <a:p>
            <a:r>
              <a:rPr lang="en-US" b="1" dirty="0" smtClean="0"/>
              <a:t>Integrity</a:t>
            </a:r>
            <a:r>
              <a:rPr lang="en-US" dirty="0" smtClean="0"/>
              <a:t> </a:t>
            </a:r>
          </a:p>
          <a:p>
            <a:pPr>
              <a:buNone/>
            </a:pPr>
            <a:r>
              <a:rPr lang="en-US" dirty="0" smtClean="0"/>
              <a:t>Holders </a:t>
            </a:r>
            <a:r>
              <a:rPr lang="en-US" dirty="0" smtClean="0"/>
              <a:t>of public office should not place themselves under any financial or other obligation to outside individuals or </a:t>
            </a:r>
            <a:r>
              <a:rPr lang="en-US" dirty="0" err="1" smtClean="0"/>
              <a:t>organisations</a:t>
            </a:r>
            <a:r>
              <a:rPr lang="en-US" dirty="0" smtClean="0"/>
              <a:t> that might seek to influence them in the performance of their official duties. </a:t>
            </a:r>
            <a:endParaRPr lang="en-US" dirty="0" smtClean="0"/>
          </a:p>
          <a:p>
            <a:r>
              <a:rPr lang="en-US" b="1" dirty="0" smtClean="0"/>
              <a:t>Objectivity</a:t>
            </a:r>
            <a:r>
              <a:rPr lang="en-US" dirty="0" smtClean="0"/>
              <a:t> </a:t>
            </a:r>
          </a:p>
          <a:p>
            <a:pPr>
              <a:buNone/>
            </a:pPr>
            <a:r>
              <a:rPr lang="en-US" dirty="0" smtClean="0"/>
              <a:t>In </a:t>
            </a:r>
            <a:r>
              <a:rPr lang="en-US" dirty="0" smtClean="0"/>
              <a:t>carrying out public business, including making public appointments, awarding contracts, or recommending individuals for rewards and benefits, holders of public office should make choices on merit. </a:t>
            </a:r>
            <a:endParaRPr lang="en-US" dirty="0" smtClean="0"/>
          </a:p>
        </p:txBody>
      </p:sp>
    </p:spTree>
    <p:extLst>
      <p:ext uri="{BB962C8B-B14F-4D97-AF65-F5344CB8AC3E}">
        <p14:creationId xmlns:p14="http://schemas.microsoft.com/office/powerpoint/2010/main" xmlns="" val="3982018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735106"/>
            <a:ext cx="9493250" cy="5437093"/>
          </a:xfrm>
        </p:spPr>
        <p:txBody>
          <a:bodyPr>
            <a:normAutofit fontScale="92500"/>
          </a:bodyPr>
          <a:lstStyle/>
          <a:p>
            <a:r>
              <a:rPr lang="en-US" b="1" dirty="0" smtClean="0"/>
              <a:t>Accountability</a:t>
            </a:r>
            <a:r>
              <a:rPr lang="en-US" dirty="0" smtClean="0"/>
              <a:t> </a:t>
            </a:r>
          </a:p>
          <a:p>
            <a:pPr>
              <a:buNone/>
            </a:pPr>
            <a:r>
              <a:rPr lang="en-US" dirty="0" smtClean="0"/>
              <a:t>Holders of public office are accountable for their decisions and actions to the public and must submit themselves to whatever scrutiny is appropriate to their office. </a:t>
            </a:r>
          </a:p>
          <a:p>
            <a:r>
              <a:rPr lang="en-US" b="1" dirty="0" smtClean="0"/>
              <a:t>Openness</a:t>
            </a:r>
            <a:r>
              <a:rPr lang="en-US" dirty="0" smtClean="0"/>
              <a:t> </a:t>
            </a:r>
          </a:p>
          <a:p>
            <a:pPr>
              <a:buNone/>
            </a:pPr>
            <a:r>
              <a:rPr lang="en-US" dirty="0" smtClean="0"/>
              <a:t>Holders of public office should be as open as possible about all the decisions and actions that they take. They should give reasons for their decisions and restrict information only when the wider public interest clearly demands</a:t>
            </a:r>
            <a:r>
              <a:rPr lang="en-US" dirty="0" smtClean="0"/>
              <a:t>.</a:t>
            </a:r>
            <a:endParaRPr lang="en-US" b="1" dirty="0" smtClean="0"/>
          </a:p>
          <a:p>
            <a:r>
              <a:rPr lang="en-US" b="1" dirty="0" smtClean="0"/>
              <a:t>Honesty </a:t>
            </a:r>
          </a:p>
          <a:p>
            <a:pPr>
              <a:buNone/>
            </a:pPr>
            <a:r>
              <a:rPr lang="en-US" dirty="0" smtClean="0"/>
              <a:t>Holders </a:t>
            </a:r>
            <a:r>
              <a:rPr lang="en-US" dirty="0" smtClean="0"/>
              <a:t>of public office have a duty to declare any private interests relating to their public duties and to take steps to resolve any conflicts arising in a way that protects the public interest. </a:t>
            </a:r>
            <a:endParaRPr lang="en-US" dirty="0" smtClean="0"/>
          </a:p>
          <a:p>
            <a:r>
              <a:rPr lang="en-US" b="1" dirty="0" smtClean="0"/>
              <a:t>Leadership</a:t>
            </a:r>
            <a:r>
              <a:rPr lang="en-US" dirty="0" smtClean="0"/>
              <a:t> </a:t>
            </a:r>
          </a:p>
          <a:p>
            <a:pPr>
              <a:buNone/>
            </a:pPr>
            <a:r>
              <a:rPr lang="en-US" dirty="0" smtClean="0"/>
              <a:t>Holders </a:t>
            </a:r>
            <a:r>
              <a:rPr lang="en-US" dirty="0" smtClean="0"/>
              <a:t>of public office should promote and support these principles by leadership and example. Given the trends towards less trust and more desire for accountability, it is therefore of little surprise that management accountants are now expected to do more than merely follow the rules.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qualities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Reliability</a:t>
            </a:r>
            <a:r>
              <a:rPr lang="en-US" dirty="0" smtClean="0"/>
              <a:t>: The ability to be trusted and dependable, consistently delivering quality work as agreed. An unreliable accountant likely falls short of professional competence standards.</a:t>
            </a:r>
          </a:p>
          <a:p>
            <a:r>
              <a:rPr lang="en-US" b="1" dirty="0" smtClean="0"/>
              <a:t>Responsibility</a:t>
            </a:r>
            <a:r>
              <a:rPr lang="en-US" dirty="0" smtClean="0"/>
              <a:t>: Being accountable for one's decisions and actions. A responsible accountant makes informed decisions and is willing to answer for them, particularly in professional judgment situations.</a:t>
            </a:r>
          </a:p>
          <a:p>
            <a:r>
              <a:rPr lang="en-US" b="1" dirty="0" smtClean="0"/>
              <a:t>Timeliness</a:t>
            </a:r>
            <a:r>
              <a:rPr lang="en-US" dirty="0" smtClean="0"/>
              <a:t>: Delivering work on time, meeting expectations, and demonstrating diligence in managing tasks effectively.</a:t>
            </a:r>
          </a:p>
          <a:p>
            <a:r>
              <a:rPr lang="en-US" b="1" dirty="0" smtClean="0"/>
              <a:t>Courtesy</a:t>
            </a:r>
            <a:r>
              <a:rPr lang="en-US" dirty="0" smtClean="0"/>
              <a:t>: Demonstrating politeness and good manners, while respecting societal values, especially in the context of avoiding discriminatory behavior (e.g., racist, sexist).</a:t>
            </a:r>
          </a:p>
          <a:p>
            <a:r>
              <a:rPr lang="en-US" b="1" dirty="0" smtClean="0"/>
              <a:t>Respect</a:t>
            </a:r>
            <a:r>
              <a:rPr lang="en-US" dirty="0" smtClean="0"/>
              <a:t>: Demonstrating esteem for others, listening to differing viewpoints, and considering them for well-rounded decision-making, without unnecessary deference</a:t>
            </a:r>
            <a:r>
              <a:rPr lang="en-US" dirty="0" smtClean="0"/>
              <a:t>.</a:t>
            </a:r>
            <a:endParaRPr lang="en-US"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Accountability, social responsibility and professional </a:t>
            </a:r>
            <a:r>
              <a:rPr lang="en-US" dirty="0" err="1" smtClean="0"/>
              <a:t>scepticism</a:t>
            </a:r>
            <a:r>
              <a:rPr lang="en-US" dirty="0" smtClean="0"/>
              <a:t>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Accountability</a:t>
            </a:r>
            <a:endParaRPr lang="en-US" dirty="0"/>
          </a:p>
        </p:txBody>
      </p:sp>
      <p:sp>
        <p:nvSpPr>
          <p:cNvPr id="3" name="Content Placeholder 2"/>
          <p:cNvSpPr>
            <a:spLocks noGrp="1"/>
          </p:cNvSpPr>
          <p:nvPr>
            <p:ph idx="1"/>
          </p:nvPr>
        </p:nvSpPr>
        <p:spPr/>
        <p:txBody>
          <a:bodyPr/>
          <a:lstStyle/>
          <a:p>
            <a:r>
              <a:rPr lang="en-US" dirty="0" smtClean="0"/>
              <a:t>Professional </a:t>
            </a:r>
            <a:r>
              <a:rPr lang="en-US" dirty="0" smtClean="0"/>
              <a:t>accountants are responsible for their actions and must be able to explain them. They are accountable to the public, clients, and employers, with oversight from bodies like the FRC in the UK. Failure to meet accountability can lead to complaints and disciplinary actions</a:t>
            </a:r>
            <a:r>
              <a:rPr lang="en-US" dirty="0" smtClean="0"/>
              <a:t>.</a:t>
            </a:r>
          </a:p>
          <a:p>
            <a:pPr>
              <a:buNone/>
            </a:pPr>
            <a:r>
              <a:rPr lang="en-US" dirty="0" smtClean="0"/>
              <a:t>Example:</a:t>
            </a:r>
          </a:p>
          <a:p>
            <a:r>
              <a:rPr lang="en-US" b="1" dirty="0" smtClean="0"/>
              <a:t>Client Accountability</a:t>
            </a:r>
            <a:r>
              <a:rPr lang="en-US" dirty="0" smtClean="0"/>
              <a:t>: A management accountant working for a company is accountable to their employer to ensure that financial decisions made align with the company’s objectives. If their decisions lead to financial losses due to negligence, the employer can seek redress through formal complaints or disciplinary processes.</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Social </a:t>
            </a:r>
            <a:r>
              <a:rPr lang="en-US" b="1" dirty="0" smtClean="0"/>
              <a:t>Responsibility</a:t>
            </a:r>
            <a:endParaRPr lang="en-US" dirty="0"/>
          </a:p>
        </p:txBody>
      </p:sp>
      <p:sp>
        <p:nvSpPr>
          <p:cNvPr id="3" name="Content Placeholder 2"/>
          <p:cNvSpPr>
            <a:spLocks noGrp="1"/>
          </p:cNvSpPr>
          <p:nvPr>
            <p:ph idx="1"/>
          </p:nvPr>
        </p:nvSpPr>
        <p:spPr/>
        <p:txBody>
          <a:bodyPr/>
          <a:lstStyle/>
          <a:p>
            <a:r>
              <a:rPr lang="en-US" dirty="0" smtClean="0"/>
              <a:t>Accountants </a:t>
            </a:r>
            <a:r>
              <a:rPr lang="en-US" dirty="0" smtClean="0"/>
              <a:t>have a broader role in fulfilling their public duty, which includes social and corporate responsibility. This encompasses their impact on stakeholders (e.g., employees, customers, suppliers) and the community. Corporate Social Responsibility (CSR) is a key part of ethical policies, ensuring companies act responsibly toward their stakeholders and society</a:t>
            </a:r>
            <a:r>
              <a:rPr lang="en-US" dirty="0" smtClean="0"/>
              <a:t>.</a:t>
            </a:r>
          </a:p>
          <a:p>
            <a:pPr>
              <a:buNone/>
            </a:pPr>
            <a:r>
              <a:rPr lang="en-US" dirty="0" smtClean="0"/>
              <a:t>Example </a:t>
            </a:r>
          </a:p>
          <a:p>
            <a:pPr>
              <a:buNone/>
            </a:pPr>
            <a:r>
              <a:rPr lang="en-US" b="1" dirty="0" smtClean="0"/>
              <a:t>CSR Initiatives</a:t>
            </a:r>
            <a:r>
              <a:rPr lang="en-US" dirty="0" smtClean="0"/>
              <a:t>: A company may implement a Corporate Social Responsibility (CSR) program, such as reducing its carbon footprint or donating a percentage of profits to charity. As part of their responsibility, an accountant would ensure these initiatives are properly reported, both internally to management and externally to stakeholders.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Professional </a:t>
            </a:r>
            <a:r>
              <a:rPr lang="en-US" b="1" dirty="0" err="1" smtClean="0"/>
              <a:t>Scepticism</a:t>
            </a:r>
            <a:endParaRPr lang="en-US" dirty="0"/>
          </a:p>
        </p:txBody>
      </p:sp>
      <p:sp>
        <p:nvSpPr>
          <p:cNvPr id="3" name="Content Placeholder 2"/>
          <p:cNvSpPr>
            <a:spLocks noGrp="1"/>
          </p:cNvSpPr>
          <p:nvPr>
            <p:ph idx="1"/>
          </p:nvPr>
        </p:nvSpPr>
        <p:spPr/>
        <p:txBody>
          <a:bodyPr>
            <a:normAutofit lnSpcReduction="10000"/>
          </a:bodyPr>
          <a:lstStyle/>
          <a:p>
            <a:r>
              <a:rPr lang="en-US" dirty="0" smtClean="0"/>
              <a:t>Professional </a:t>
            </a:r>
            <a:r>
              <a:rPr lang="en-US" dirty="0" err="1" smtClean="0"/>
              <a:t>scepticism</a:t>
            </a:r>
            <a:r>
              <a:rPr lang="en-US" dirty="0" smtClean="0"/>
              <a:t> is crucial for accountants, particularly in auditing. It involves questioning management's assertions and being alert to errors or fraud in financial statements. While auditors start with a neutral view, they increase scrutiny if evidence suggests misstatements. The appropriate level of </a:t>
            </a:r>
            <a:r>
              <a:rPr lang="en-US" dirty="0" err="1" smtClean="0"/>
              <a:t>scepticism</a:t>
            </a:r>
            <a:r>
              <a:rPr lang="en-US" dirty="0" smtClean="0"/>
              <a:t> varies based on experience, training, and company culture. It is vital to balance </a:t>
            </a:r>
            <a:r>
              <a:rPr lang="en-US" dirty="0" err="1" smtClean="0"/>
              <a:t>scepticism</a:t>
            </a:r>
            <a:r>
              <a:rPr lang="en-US" dirty="0" smtClean="0"/>
              <a:t> with independence and objectivity, with ethical standards guiding auditors to avoid </a:t>
            </a:r>
            <a:r>
              <a:rPr lang="en-US" dirty="0" err="1" smtClean="0"/>
              <a:t>overtrusting</a:t>
            </a:r>
            <a:r>
              <a:rPr lang="en-US" dirty="0" smtClean="0"/>
              <a:t> clients</a:t>
            </a:r>
            <a:r>
              <a:rPr lang="en-US" dirty="0" smtClean="0"/>
              <a:t>.</a:t>
            </a:r>
          </a:p>
          <a:p>
            <a:pPr>
              <a:buNone/>
            </a:pPr>
            <a:r>
              <a:rPr lang="en-US" dirty="0" smtClean="0"/>
              <a:t>Example</a:t>
            </a:r>
          </a:p>
          <a:p>
            <a:pPr>
              <a:buNone/>
            </a:pPr>
            <a:r>
              <a:rPr lang="en-US" b="1" dirty="0" smtClean="0"/>
              <a:t>Challenging Assertions</a:t>
            </a:r>
            <a:r>
              <a:rPr lang="en-US" dirty="0" smtClean="0"/>
              <a:t>: During an audit, the auditor challenges management’s claim about the accuracy of inventory valuation, as the valuation seems unusually high. The auditor seeks additional evidence, including third-party verification, to ensure the inventory value is correct and not overstated to present a better financial position.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Responsible business</a:t>
            </a:r>
            <a:endParaRPr lang="en-US" dirty="0"/>
          </a:p>
        </p:txBody>
      </p:sp>
      <p:sp>
        <p:nvSpPr>
          <p:cNvPr id="3" name="Content Placeholder 2"/>
          <p:cNvSpPr>
            <a:spLocks noGrp="1"/>
          </p:cNvSpPr>
          <p:nvPr>
            <p:ph idx="1"/>
          </p:nvPr>
        </p:nvSpPr>
        <p:spPr/>
        <p:txBody>
          <a:bodyPr>
            <a:normAutofit/>
          </a:bodyPr>
          <a:lstStyle/>
          <a:p>
            <a:r>
              <a:rPr lang="en-US" dirty="0" smtClean="0"/>
              <a:t>is </a:t>
            </a:r>
            <a:r>
              <a:rPr lang="en-US" dirty="0" smtClean="0"/>
              <a:t>about an </a:t>
            </a:r>
            <a:r>
              <a:rPr lang="en-US" dirty="0" err="1" smtClean="0"/>
              <a:t>organisation’s</a:t>
            </a:r>
            <a:r>
              <a:rPr lang="en-US" dirty="0" smtClean="0"/>
              <a:t> commitment to operating in a way that is economically, socially and environmentally sustainable </a:t>
            </a:r>
            <a:endParaRPr lang="en-US" dirty="0" smtClean="0"/>
          </a:p>
          <a:p>
            <a:r>
              <a:rPr lang="en-US" dirty="0" smtClean="0"/>
              <a:t>means </a:t>
            </a:r>
            <a:r>
              <a:rPr lang="en-US" dirty="0" smtClean="0"/>
              <a:t>ensuring this commitment prevails while still upholding the interests of various stakeholder groups.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ethics</a:t>
            </a:r>
            <a:endParaRPr lang="en-US" dirty="0"/>
          </a:p>
        </p:txBody>
      </p:sp>
      <p:sp>
        <p:nvSpPr>
          <p:cNvPr id="3" name="Content Placeholder 2"/>
          <p:cNvSpPr>
            <a:spLocks noGrp="1"/>
          </p:cNvSpPr>
          <p:nvPr>
            <p:ph idx="1"/>
          </p:nvPr>
        </p:nvSpPr>
        <p:spPr/>
        <p:txBody>
          <a:bodyPr>
            <a:normAutofit/>
          </a:bodyPr>
          <a:lstStyle/>
          <a:p>
            <a:r>
              <a:rPr lang="en-US" dirty="0" smtClean="0"/>
              <a:t>is </a:t>
            </a:r>
            <a:r>
              <a:rPr lang="en-US" dirty="0" smtClean="0"/>
              <a:t>the application of values such as integrity, fairness, respect and openness to </a:t>
            </a:r>
            <a:r>
              <a:rPr lang="en-US" dirty="0" err="1" smtClean="0"/>
              <a:t>organisational</a:t>
            </a:r>
            <a:r>
              <a:rPr lang="en-US" dirty="0" smtClean="0"/>
              <a:t> </a:t>
            </a:r>
            <a:r>
              <a:rPr lang="en-US" dirty="0" err="1" smtClean="0"/>
              <a:t>behaviour</a:t>
            </a:r>
            <a:r>
              <a:rPr lang="en-US" dirty="0" smtClean="0"/>
              <a:t> </a:t>
            </a:r>
          </a:p>
          <a:p>
            <a:r>
              <a:rPr lang="en-US" dirty="0" smtClean="0"/>
              <a:t>apply </a:t>
            </a:r>
            <a:r>
              <a:rPr lang="en-US" dirty="0" smtClean="0"/>
              <a:t>to all strategic and operational aspects of business conduct, including sales and marketing techniques, accounting practices and the treatment of suppliers, employees and customers </a:t>
            </a:r>
          </a:p>
          <a:p>
            <a:r>
              <a:rPr lang="en-US" dirty="0" smtClean="0"/>
              <a:t>may </a:t>
            </a:r>
            <a:r>
              <a:rPr lang="en-US" dirty="0" smtClean="0"/>
              <a:t>also be termed “business principles”, and are usually set out in a code of ethics or similar policy document.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performance</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is </a:t>
            </a:r>
            <a:r>
              <a:rPr lang="en-US" dirty="0" smtClean="0"/>
              <a:t>the extent to which an </a:t>
            </a:r>
            <a:r>
              <a:rPr lang="en-US" dirty="0" err="1" smtClean="0"/>
              <a:t>organisation’s</a:t>
            </a:r>
            <a:r>
              <a:rPr lang="en-US" dirty="0" smtClean="0"/>
              <a:t> </a:t>
            </a:r>
            <a:r>
              <a:rPr lang="en-US" dirty="0" err="1" smtClean="0"/>
              <a:t>behaviour</a:t>
            </a:r>
            <a:r>
              <a:rPr lang="en-US" dirty="0" smtClean="0"/>
              <a:t> aligns with its stated ethical values and commitments.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management information</a:t>
            </a:r>
            <a:endParaRPr lang="en-US" dirty="0"/>
          </a:p>
        </p:txBody>
      </p:sp>
      <p:sp>
        <p:nvSpPr>
          <p:cNvPr id="3" name="Content Placeholder 2"/>
          <p:cNvSpPr>
            <a:spLocks noGrp="1"/>
          </p:cNvSpPr>
          <p:nvPr>
            <p:ph idx="1"/>
          </p:nvPr>
        </p:nvSpPr>
        <p:spPr/>
        <p:txBody>
          <a:bodyPr>
            <a:normAutofit/>
          </a:bodyPr>
          <a:lstStyle/>
          <a:p>
            <a:r>
              <a:rPr lang="en-US" dirty="0" smtClean="0"/>
              <a:t>allows an assessment of the </a:t>
            </a:r>
            <a:r>
              <a:rPr lang="en-US" dirty="0" err="1" smtClean="0"/>
              <a:t>organisation’s</a:t>
            </a:r>
            <a:r>
              <a:rPr lang="en-US" dirty="0" smtClean="0"/>
              <a:t> ethical performance, such as the efficacy of relevant policies and procedures, occurrence of breaches of relevant policies or codes, stakeholder opinion and other metrics </a:t>
            </a:r>
          </a:p>
          <a:p>
            <a:r>
              <a:rPr lang="en-US" dirty="0" smtClean="0"/>
              <a:t>may include specific ethics information, such as the number of employees attending ethics training or calls to an ethics helpline, as well as routine management and risk information </a:t>
            </a:r>
          </a:p>
          <a:p>
            <a:r>
              <a:rPr lang="en-US" dirty="0" smtClean="0"/>
              <a:t>will often originate from multiple sources within the business, and can be either quantitative or qualitative.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Integrated reporting </a:t>
            </a:r>
            <a:endParaRPr lang="en-US" dirty="0"/>
          </a:p>
        </p:txBody>
      </p:sp>
      <p:sp>
        <p:nvSpPr>
          <p:cNvPr id="3" name="Content Placeholder 2"/>
          <p:cNvSpPr>
            <a:spLocks noGrp="1"/>
          </p:cNvSpPr>
          <p:nvPr>
            <p:ph idx="1"/>
          </p:nvPr>
        </p:nvSpPr>
        <p:spPr/>
        <p:txBody>
          <a:bodyPr/>
          <a:lstStyle/>
          <a:p>
            <a:r>
              <a:rPr lang="en-US" dirty="0" smtClean="0"/>
              <a:t>describes </a:t>
            </a:r>
            <a:r>
              <a:rPr lang="en-US" dirty="0" smtClean="0"/>
              <a:t>an approach to corporate reporting. It is based on both financial and nonfinancial information that demonstrates the linkages between an </a:t>
            </a:r>
            <a:r>
              <a:rPr lang="en-US" dirty="0" err="1" smtClean="0"/>
              <a:t>organisation’s</a:t>
            </a:r>
            <a:r>
              <a:rPr lang="en-US" dirty="0" smtClean="0"/>
              <a:t> strategy, governance and financial performance as well as the social, environmental and economic context within which it operates. </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Ethical </a:t>
            </a:r>
            <a:r>
              <a:rPr lang="en-US" dirty="0" smtClean="0"/>
              <a:t>issues within </a:t>
            </a:r>
            <a:r>
              <a:rPr lang="en-US" dirty="0" err="1" smtClean="0"/>
              <a:t>organisations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Security </a:t>
            </a:r>
            <a:r>
              <a:rPr lang="en-US" dirty="0" smtClean="0"/>
              <a:t>of information </a:t>
            </a:r>
          </a:p>
          <a:p>
            <a:r>
              <a:rPr lang="en-US" dirty="0" smtClean="0"/>
              <a:t>Safety </a:t>
            </a:r>
            <a:r>
              <a:rPr lang="en-US" dirty="0" smtClean="0"/>
              <a:t>and security in the workplace </a:t>
            </a:r>
          </a:p>
          <a:p>
            <a:r>
              <a:rPr lang="en-US" dirty="0" smtClean="0"/>
              <a:t>Discrimination </a:t>
            </a:r>
          </a:p>
          <a:p>
            <a:r>
              <a:rPr lang="en-US" dirty="0" smtClean="0"/>
              <a:t>Conflicts </a:t>
            </a:r>
            <a:r>
              <a:rPr lang="en-US" dirty="0" smtClean="0"/>
              <a:t>of interest </a:t>
            </a:r>
          </a:p>
          <a:p>
            <a:r>
              <a:rPr lang="en-US" dirty="0" smtClean="0"/>
              <a:t>Bribery </a:t>
            </a:r>
          </a:p>
          <a:p>
            <a:r>
              <a:rPr lang="en-US" dirty="0" smtClean="0"/>
              <a:t>Environmental </a:t>
            </a:r>
            <a:endParaRPr lang="en-US" dirty="0" smtClean="0"/>
          </a:p>
          <a:p>
            <a:r>
              <a:rPr lang="en-US" dirty="0" smtClean="0"/>
              <a:t>Supply </a:t>
            </a:r>
            <a:r>
              <a:rPr lang="en-US" dirty="0" smtClean="0"/>
              <a:t>chain </a:t>
            </a:r>
          </a:p>
          <a:p>
            <a:r>
              <a:rPr lang="en-US" dirty="0" smtClean="0"/>
              <a:t>Responsible </a:t>
            </a:r>
            <a:r>
              <a:rPr lang="en-US" dirty="0" smtClean="0"/>
              <a:t>marketing </a:t>
            </a:r>
          </a:p>
          <a:p>
            <a:r>
              <a:rPr lang="en-US" dirty="0" smtClean="0"/>
              <a:t>Human </a:t>
            </a:r>
            <a:r>
              <a:rPr lang="en-US" dirty="0" smtClean="0"/>
              <a:t>rights </a:t>
            </a:r>
          </a:p>
          <a:p>
            <a:r>
              <a:rPr lang="en-US" dirty="0" smtClean="0"/>
              <a:t>Whistle blowing </a:t>
            </a:r>
          </a:p>
          <a:p>
            <a:r>
              <a:rPr lang="en-US" dirty="0" smtClean="0"/>
              <a:t>Fairness </a:t>
            </a:r>
            <a:r>
              <a:rPr lang="en-US" dirty="0" smtClean="0"/>
              <a:t>of remuneration.</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practice: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Root </a:t>
            </a:r>
            <a:r>
              <a:rPr lang="en-US" dirty="0" smtClean="0"/>
              <a:t>the code in core values e.g. trust, integrity </a:t>
            </a:r>
          </a:p>
          <a:p>
            <a:r>
              <a:rPr lang="en-US" dirty="0" smtClean="0"/>
              <a:t>Give </a:t>
            </a:r>
            <a:r>
              <a:rPr lang="en-US" dirty="0" smtClean="0"/>
              <a:t>a copy to all staff </a:t>
            </a:r>
          </a:p>
          <a:p>
            <a:r>
              <a:rPr lang="en-US" dirty="0" smtClean="0"/>
              <a:t>Provide </a:t>
            </a:r>
            <a:r>
              <a:rPr lang="en-US" dirty="0" smtClean="0"/>
              <a:t>a way to report breaches in a confidential manner </a:t>
            </a:r>
            <a:endParaRPr lang="en-US" dirty="0" smtClean="0"/>
          </a:p>
          <a:p>
            <a:r>
              <a:rPr lang="en-US" dirty="0" smtClean="0"/>
              <a:t>Include </a:t>
            </a:r>
            <a:r>
              <a:rPr lang="en-US" dirty="0" smtClean="0"/>
              <a:t>ethical issues in corporate training programmes </a:t>
            </a:r>
          </a:p>
          <a:p>
            <a:r>
              <a:rPr lang="en-US" dirty="0" smtClean="0"/>
              <a:t>Set </a:t>
            </a:r>
            <a:r>
              <a:rPr lang="en-US" dirty="0" smtClean="0"/>
              <a:t>up a board committee to monitor the effectiveness of the code </a:t>
            </a:r>
          </a:p>
          <a:p>
            <a:r>
              <a:rPr lang="en-US" dirty="0" smtClean="0"/>
              <a:t>Report </a:t>
            </a:r>
            <a:r>
              <a:rPr lang="en-US" dirty="0" smtClean="0"/>
              <a:t>on the code’s use in the annual report </a:t>
            </a:r>
            <a:endParaRPr lang="en-US" dirty="0" smtClean="0"/>
          </a:p>
          <a:p>
            <a:r>
              <a:rPr lang="en-US" dirty="0" smtClean="0"/>
              <a:t>Make </a:t>
            </a:r>
            <a:r>
              <a:rPr lang="en-US" dirty="0" smtClean="0"/>
              <a:t>conformity to the code part of a contract of employment </a:t>
            </a:r>
          </a:p>
          <a:p>
            <a:r>
              <a:rPr lang="en-US" dirty="0" smtClean="0"/>
              <a:t>Make </a:t>
            </a:r>
            <a:r>
              <a:rPr lang="en-US" dirty="0" smtClean="0"/>
              <a:t>the code available in the language of those staff located overseas </a:t>
            </a:r>
          </a:p>
          <a:p>
            <a:r>
              <a:rPr lang="en-US" dirty="0" smtClean="0"/>
              <a:t>Make </a:t>
            </a:r>
            <a:r>
              <a:rPr lang="en-US" dirty="0" smtClean="0"/>
              <a:t>copies of the code available to business partners, including suppliers </a:t>
            </a:r>
          </a:p>
          <a:p>
            <a:r>
              <a:rPr lang="en-US" dirty="0" smtClean="0"/>
              <a:t>Make </a:t>
            </a:r>
            <a:r>
              <a:rPr lang="en-US" dirty="0" smtClean="0"/>
              <a:t>a named individual responsible for code implementation </a:t>
            </a:r>
          </a:p>
          <a:p>
            <a:r>
              <a:rPr lang="en-US" dirty="0" smtClean="0"/>
              <a:t>Review </a:t>
            </a:r>
            <a:r>
              <a:rPr lang="en-US" dirty="0" smtClean="0"/>
              <a:t>code in light of changing business challenges </a:t>
            </a:r>
          </a:p>
          <a:p>
            <a:r>
              <a:rPr lang="en-US" dirty="0" smtClean="0"/>
              <a:t>Make </a:t>
            </a:r>
            <a:r>
              <a:rPr lang="en-US" dirty="0" smtClean="0"/>
              <a:t>sure senior staff ‘walk the talk’</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Poor practice: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Just </a:t>
            </a:r>
            <a:r>
              <a:rPr lang="en-US" dirty="0" smtClean="0"/>
              <a:t>pinning the code to the notice board </a:t>
            </a:r>
          </a:p>
          <a:p>
            <a:r>
              <a:rPr lang="en-US" dirty="0" smtClean="0"/>
              <a:t>Failing </a:t>
            </a:r>
            <a:r>
              <a:rPr lang="en-US" dirty="0" smtClean="0"/>
              <a:t>to obtain board commitment to the code </a:t>
            </a:r>
          </a:p>
          <a:p>
            <a:r>
              <a:rPr lang="en-US" dirty="0" smtClean="0"/>
              <a:t>Leaving </a:t>
            </a:r>
            <a:r>
              <a:rPr lang="en-US" dirty="0" smtClean="0"/>
              <a:t>responsibility for the code’s effectiveness to HR or any other department </a:t>
            </a:r>
          </a:p>
          <a:p>
            <a:r>
              <a:rPr lang="en-US" dirty="0" smtClean="0"/>
              <a:t>Failing </a:t>
            </a:r>
            <a:r>
              <a:rPr lang="en-US" dirty="0" smtClean="0"/>
              <a:t>to find out concerns of staff at different levels </a:t>
            </a:r>
            <a:endParaRPr lang="en-US" dirty="0" smtClean="0"/>
          </a:p>
          <a:p>
            <a:r>
              <a:rPr lang="en-US" dirty="0" smtClean="0"/>
              <a:t>Failing </a:t>
            </a:r>
            <a:r>
              <a:rPr lang="en-US" dirty="0" smtClean="0"/>
              <a:t>to feature the code in induction training and management development </a:t>
            </a:r>
            <a:r>
              <a:rPr lang="en-US" dirty="0" smtClean="0"/>
              <a:t>activities</a:t>
            </a:r>
          </a:p>
          <a:p>
            <a:r>
              <a:rPr lang="en-US" dirty="0" smtClean="0"/>
              <a:t> </a:t>
            </a:r>
            <a:r>
              <a:rPr lang="en-US" dirty="0" smtClean="0"/>
              <a:t>Having no procedure for revising the code regularly </a:t>
            </a:r>
            <a:endParaRPr lang="en-US" dirty="0" smtClean="0"/>
          </a:p>
          <a:p>
            <a:r>
              <a:rPr lang="en-US" dirty="0" smtClean="0"/>
              <a:t>Making </a:t>
            </a:r>
            <a:r>
              <a:rPr lang="en-US" dirty="0" smtClean="0"/>
              <a:t>exceptions to the code’s application </a:t>
            </a:r>
          </a:p>
          <a:p>
            <a:r>
              <a:rPr lang="en-US" dirty="0" smtClean="0"/>
              <a:t>Failing </a:t>
            </a:r>
            <a:r>
              <a:rPr lang="en-US" dirty="0" smtClean="0"/>
              <a:t>to follow up on breaches of the code’s standards </a:t>
            </a:r>
          </a:p>
          <a:p>
            <a:r>
              <a:rPr lang="en-US" dirty="0" smtClean="0"/>
              <a:t>Unhelpful </a:t>
            </a:r>
            <a:r>
              <a:rPr lang="en-US" dirty="0" smtClean="0"/>
              <a:t>example by corporate leaders </a:t>
            </a:r>
          </a:p>
          <a:p>
            <a:r>
              <a:rPr lang="en-US" dirty="0" smtClean="0"/>
              <a:t>Neglecting </a:t>
            </a:r>
            <a:r>
              <a:rPr lang="en-US" dirty="0" smtClean="0"/>
              <a:t>to have a strategy to integrate corporate values and standards into the running of the business </a:t>
            </a:r>
          </a:p>
          <a:p>
            <a:r>
              <a:rPr lang="en-US" dirty="0" smtClean="0"/>
              <a:t>Treating </a:t>
            </a:r>
            <a:r>
              <a:rPr lang="en-US" dirty="0" smtClean="0"/>
              <a:t>the code as confidential or a purely internal document </a:t>
            </a:r>
          </a:p>
          <a:p>
            <a:r>
              <a:rPr lang="en-US" dirty="0" smtClean="0"/>
              <a:t>Making </a:t>
            </a:r>
            <a:r>
              <a:rPr lang="en-US" dirty="0" smtClean="0"/>
              <a:t>it difficult for staff to have direct access to the code or the person who is responsible for it.</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dirty="0" smtClean="0"/>
              <a:t>Legal frameworks, regulations and standards for business; The role of national ‘Professional Oversight Boards for Accountancy’ and ‘Auditing Practices Boards’ The role of international accounting bodies e.g. IFAC. Rules-based and framework approaches to ethics; </a:t>
            </a:r>
            <a:r>
              <a:rPr lang="en-US" dirty="0" err="1" smtClean="0"/>
              <a:t>Organisational</a:t>
            </a:r>
            <a:r>
              <a:rPr lang="en-US" dirty="0" smtClean="0"/>
              <a:t> and personal values, The personal qualities of reliability, responsibility, timeliness, courtesy and respect, The fundamental ethical principles, Continual Professional Development (CPD), The concepts of independence, </a:t>
            </a:r>
            <a:r>
              <a:rPr lang="en-US" dirty="0" err="1" smtClean="0"/>
              <a:t>scepticism</a:t>
            </a:r>
            <a:r>
              <a:rPr lang="en-US" dirty="0" smtClean="0"/>
              <a:t>, accountability and social responsibility</a:t>
            </a:r>
            <a:r>
              <a:rPr lang="en-US" dirty="0" smtClean="0"/>
              <a:t>. Good and </a:t>
            </a:r>
            <a:r>
              <a:rPr lang="en-US" smtClean="0"/>
              <a:t>poor practices.</a:t>
            </a:r>
            <a:endParaRPr lang="en-US"/>
          </a:p>
        </p:txBody>
      </p:sp>
    </p:spTree>
  </p:cSld>
  <p:clrMapOvr>
    <a:masterClrMapping/>
  </p:clrMapOvr>
</p:sld>
</file>

<file path=ppt/theme/theme1.xml><?xml version="1.0" encoding="utf-8"?>
<a:theme xmlns:a="http://schemas.openxmlformats.org/drawingml/2006/main" name="StreetscapeVTI">
  <a:themeElements>
    <a:clrScheme name="AnalogousFromDarkSeedLeftStep">
      <a:dk1>
        <a:srgbClr val="000000"/>
      </a:dk1>
      <a:lt1>
        <a:srgbClr val="FFFFFF"/>
      </a:lt1>
      <a:dk2>
        <a:srgbClr val="1B2830"/>
      </a:dk2>
      <a:lt2>
        <a:srgbClr val="F1F3F0"/>
      </a:lt2>
      <a:accent1>
        <a:srgbClr val="A629E7"/>
      </a:accent1>
      <a:accent2>
        <a:srgbClr val="592FD9"/>
      </a:accent2>
      <a:accent3>
        <a:srgbClr val="294AE7"/>
      </a:accent3>
      <a:accent4>
        <a:srgbClr val="1787D5"/>
      </a:accent4>
      <a:accent5>
        <a:srgbClr val="22BFBE"/>
      </a:accent5>
      <a:accent6>
        <a:srgbClr val="16C67B"/>
      </a:accent6>
      <a:hlink>
        <a:srgbClr val="3897A9"/>
      </a:hlink>
      <a:folHlink>
        <a:srgbClr val="7F7F7F"/>
      </a:folHlink>
    </a:clrScheme>
    <a:fontScheme name="Street">
      <a:majorFont>
        <a:latin typeface="Franklin Gothic Heavy"/>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StreetscapeVTI" id="{B20F88EA-96D0-4E96-9207-A1488DAC5867}" vid="{3F7E5CFE-E584-4E58-A75E-141AC45B1490}"/>
    </a:ext>
  </a:extLst>
</a:theme>
</file>

<file path=docProps/app.xml><?xml version="1.0" encoding="utf-8"?>
<Properties xmlns="http://schemas.openxmlformats.org/officeDocument/2006/extended-properties" xmlns:vt="http://schemas.openxmlformats.org/officeDocument/2006/docPropsVTypes">
  <Template>TM02900769[[fn=Retrospect]]</Template>
  <TotalTime>1161</TotalTime>
  <Words>3053</Words>
  <Application>Microsoft Office PowerPoint</Application>
  <PresentationFormat>Custom</PresentationFormat>
  <Paragraphs>240</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StreetscapeVTI</vt:lpstr>
      <vt:lpstr>ETHICAL FRAMEWORK FOR BUSINESS </vt:lpstr>
      <vt:lpstr>The role of professional bodies</vt:lpstr>
      <vt:lpstr>Slide 3</vt:lpstr>
      <vt:lpstr>Slide 4</vt:lpstr>
      <vt:lpstr>Slide 5</vt:lpstr>
      <vt:lpstr>CIMA Code of Ethics</vt:lpstr>
      <vt:lpstr>Integrity</vt:lpstr>
      <vt:lpstr>Objectivity</vt:lpstr>
      <vt:lpstr>Professional competence and due care</vt:lpstr>
      <vt:lpstr>Confidentiality</vt:lpstr>
      <vt:lpstr>Professional behaviour</vt:lpstr>
      <vt:lpstr>The scenario</vt:lpstr>
      <vt:lpstr>What does CIMA code of ethics talk?</vt:lpstr>
      <vt:lpstr>Slide 14</vt:lpstr>
      <vt:lpstr>Threats and Safeguard </vt:lpstr>
      <vt:lpstr>Definition </vt:lpstr>
      <vt:lpstr>Slide 17</vt:lpstr>
      <vt:lpstr>Five categories of common threat</vt:lpstr>
      <vt:lpstr>Slide 19</vt:lpstr>
      <vt:lpstr>Threats examples- identify threats for each</vt:lpstr>
      <vt:lpstr>Ans </vt:lpstr>
      <vt:lpstr>Safegaurds </vt:lpstr>
      <vt:lpstr>Slide 23</vt:lpstr>
      <vt:lpstr>Various Ethical threats and safeguards</vt:lpstr>
      <vt:lpstr>1. Conflict Between Employer Requirements and Fundamental Principles</vt:lpstr>
      <vt:lpstr>2. Preparation and Reporting on Information</vt:lpstr>
      <vt:lpstr>3. Having Sufficient Expertise</vt:lpstr>
      <vt:lpstr>4. Financial Interests</vt:lpstr>
      <vt:lpstr>5. Inducements with Intent to Improperly Influence Behavior</vt:lpstr>
      <vt:lpstr>6. Inducements with No Intent to Improperly Influence Behavior</vt:lpstr>
      <vt:lpstr>7. Confidential Information</vt:lpstr>
      <vt:lpstr>8. Whistleblowing</vt:lpstr>
      <vt:lpstr>Two different approaches to formulating a code of ethics </vt:lpstr>
      <vt:lpstr>The Seven Principles of Public Life</vt:lpstr>
      <vt:lpstr>Slide 35</vt:lpstr>
      <vt:lpstr>Personal qualities</vt:lpstr>
      <vt:lpstr>Accountability, social responsibility and professional scepticism </vt:lpstr>
      <vt:lpstr>Accountability</vt:lpstr>
      <vt:lpstr>Social Responsibility</vt:lpstr>
      <vt:lpstr>Professional Scepticism</vt:lpstr>
      <vt:lpstr>Responsible business</vt:lpstr>
      <vt:lpstr>Business ethics</vt:lpstr>
      <vt:lpstr>Ethical performance</vt:lpstr>
      <vt:lpstr>Ethical management information</vt:lpstr>
      <vt:lpstr>Integrated reporting </vt:lpstr>
      <vt:lpstr>Additional Ethical issues within organisations</vt:lpstr>
      <vt:lpstr>Good practice:</vt:lpstr>
      <vt:lpstr>Poor practice:</vt:lpstr>
      <vt:lpstr>Summary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FRAMEWORK FOR BUSINESS </dc:title>
  <dc:creator>Ifra Fathima I</dc:creator>
  <cp:lastModifiedBy>admin</cp:lastModifiedBy>
  <cp:revision>18</cp:revision>
  <dcterms:created xsi:type="dcterms:W3CDTF">2025-01-23T16:57:27Z</dcterms:created>
  <dcterms:modified xsi:type="dcterms:W3CDTF">2025-02-18T05:02:26Z</dcterms:modified>
</cp:coreProperties>
</file>